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6" r:id="rId1"/>
  </p:sldMasterIdLst>
  <p:notesMasterIdLst>
    <p:notesMasterId r:id="rId13"/>
  </p:notesMasterIdLst>
  <p:handoutMasterIdLst>
    <p:handoutMasterId r:id="rId14"/>
  </p:handoutMasterIdLst>
  <p:sldIdLst>
    <p:sldId id="499" r:id="rId2"/>
    <p:sldId id="483" r:id="rId3"/>
    <p:sldId id="497" r:id="rId4"/>
    <p:sldId id="496" r:id="rId5"/>
    <p:sldId id="498" r:id="rId6"/>
    <p:sldId id="484" r:id="rId7"/>
    <p:sldId id="487" r:id="rId8"/>
    <p:sldId id="489" r:id="rId9"/>
    <p:sldId id="495" r:id="rId10"/>
    <p:sldId id="494" r:id="rId11"/>
    <p:sldId id="500" r:id="rId12"/>
  </p:sldIdLst>
  <p:sldSz cx="13716000" cy="10287000"/>
  <p:notesSz cx="6858000" cy="9144000"/>
  <p:defaultTextStyle>
    <a:defPPr>
      <a:defRPr lang="en-US"/>
    </a:defPPr>
    <a:lvl1pPr marL="0" algn="l" defTabSz="1371545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773" algn="l" defTabSz="1371545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545" algn="l" defTabSz="1371545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318" algn="l" defTabSz="1371545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091" algn="l" defTabSz="1371545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8864" algn="l" defTabSz="1371545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635" algn="l" defTabSz="1371545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408" algn="l" defTabSz="1371545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181" algn="l" defTabSz="1371545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pecial Branding" id="{687CF8CE-0928-4AB0-AC15-22EEEA7FF746}">
          <p14:sldIdLst>
            <p14:sldId id="499"/>
            <p14:sldId id="483"/>
            <p14:sldId id="497"/>
            <p14:sldId id="496"/>
            <p14:sldId id="498"/>
            <p14:sldId id="484"/>
            <p14:sldId id="487"/>
            <p14:sldId id="489"/>
            <p14:sldId id="495"/>
            <p14:sldId id="494"/>
            <p14:sldId id="50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A000"/>
    <a:srgbClr val="FF5050"/>
    <a:srgbClr val="8FD7DF"/>
    <a:srgbClr val="19354F"/>
    <a:srgbClr val="375E73"/>
    <a:srgbClr val="548697"/>
    <a:srgbClr val="72AFBB"/>
    <a:srgbClr val="669999"/>
    <a:srgbClr val="9ACCCC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565CA1-A8D4-4B32-9F57-60251DC8DE6F}" v="520" dt="2020-05-14T17:34:02.475"/>
    <p1510:client id="{56B5759B-78F2-4C65-89B0-6AA999F36E12}" v="87" dt="2020-05-15T17:16:07.1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00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Wiedemeier" userId="8dfac0a41424efd0" providerId="LiveId" clId="{51565CA1-A8D4-4B32-9F57-60251DC8DE6F}"/>
    <pc:docChg chg="undo custSel addSld modSld modSection">
      <pc:chgData name="Leonardo Wiedemeier" userId="8dfac0a41424efd0" providerId="LiveId" clId="{51565CA1-A8D4-4B32-9F57-60251DC8DE6F}" dt="2020-05-14T17:34:13.741" v="535" actId="1076"/>
      <pc:docMkLst>
        <pc:docMk/>
      </pc:docMkLst>
      <pc:sldChg chg="addSp delSp modSp mod modNotesTx">
        <pc:chgData name="Leonardo Wiedemeier" userId="8dfac0a41424efd0" providerId="LiveId" clId="{51565CA1-A8D4-4B32-9F57-60251DC8DE6F}" dt="2020-05-11T18:37:11.787" v="352" actId="478"/>
        <pc:sldMkLst>
          <pc:docMk/>
          <pc:sldMk cId="3550810033" sldId="484"/>
        </pc:sldMkLst>
        <pc:spChg chg="mod">
          <ac:chgData name="Leonardo Wiedemeier" userId="8dfac0a41424efd0" providerId="LiveId" clId="{51565CA1-A8D4-4B32-9F57-60251DC8DE6F}" dt="2020-05-11T18:34:41.957" v="259" actId="1076"/>
          <ac:spMkLst>
            <pc:docMk/>
            <pc:sldMk cId="3550810033" sldId="484"/>
            <ac:spMk id="2" creationId="{17A86B93-FA88-4751-AC06-E738F41E4623}"/>
          </ac:spMkLst>
        </pc:spChg>
        <pc:spChg chg="del">
          <ac:chgData name="Leonardo Wiedemeier" userId="8dfac0a41424efd0" providerId="LiveId" clId="{51565CA1-A8D4-4B32-9F57-60251DC8DE6F}" dt="2020-05-11T18:34:05.034" v="250" actId="478"/>
          <ac:spMkLst>
            <pc:docMk/>
            <pc:sldMk cId="3550810033" sldId="484"/>
            <ac:spMk id="3" creationId="{4D529BD4-11C5-41B9-A634-C2801A58AF2D}"/>
          </ac:spMkLst>
        </pc:spChg>
        <pc:spChg chg="del">
          <ac:chgData name="Leonardo Wiedemeier" userId="8dfac0a41424efd0" providerId="LiveId" clId="{51565CA1-A8D4-4B32-9F57-60251DC8DE6F}" dt="2020-05-11T18:34:08.875" v="251" actId="478"/>
          <ac:spMkLst>
            <pc:docMk/>
            <pc:sldMk cId="3550810033" sldId="484"/>
            <ac:spMk id="6" creationId="{431DADAE-4884-41B9-A700-3367E175D8CE}"/>
          </ac:spMkLst>
        </pc:spChg>
        <pc:spChg chg="add mod">
          <ac:chgData name="Leonardo Wiedemeier" userId="8dfac0a41424efd0" providerId="LiveId" clId="{51565CA1-A8D4-4B32-9F57-60251DC8DE6F}" dt="2020-05-11T18:34:05.034" v="250" actId="478"/>
          <ac:spMkLst>
            <pc:docMk/>
            <pc:sldMk cId="3550810033" sldId="484"/>
            <ac:spMk id="8" creationId="{44F04C32-DB8E-44DA-80C3-573C66B6F53C}"/>
          </ac:spMkLst>
        </pc:spChg>
        <pc:spChg chg="add del mod">
          <ac:chgData name="Leonardo Wiedemeier" userId="8dfac0a41424efd0" providerId="LiveId" clId="{51565CA1-A8D4-4B32-9F57-60251DC8DE6F}" dt="2020-05-11T18:37:11.787" v="352" actId="478"/>
          <ac:spMkLst>
            <pc:docMk/>
            <pc:sldMk cId="3550810033" sldId="484"/>
            <ac:spMk id="9" creationId="{BF6F2C76-8F3B-4E70-9B29-5E5FDB098224}"/>
          </ac:spMkLst>
        </pc:spChg>
        <pc:spChg chg="add del mod">
          <ac:chgData name="Leonardo Wiedemeier" userId="8dfac0a41424efd0" providerId="LiveId" clId="{51565CA1-A8D4-4B32-9F57-60251DC8DE6F}" dt="2020-05-11T18:37:09.411" v="350" actId="478"/>
          <ac:spMkLst>
            <pc:docMk/>
            <pc:sldMk cId="3550810033" sldId="484"/>
            <ac:spMk id="12" creationId="{4A518095-AFEF-4CB6-8657-C31F4FF472B4}"/>
          </ac:spMkLst>
        </pc:spChg>
        <pc:spChg chg="add del mod">
          <ac:chgData name="Leonardo Wiedemeier" userId="8dfac0a41424efd0" providerId="LiveId" clId="{51565CA1-A8D4-4B32-9F57-60251DC8DE6F}" dt="2020-05-11T18:37:06.475" v="348" actId="478"/>
          <ac:spMkLst>
            <pc:docMk/>
            <pc:sldMk cId="3550810033" sldId="484"/>
            <ac:spMk id="13" creationId="{BBEE5D1E-35A6-44C4-AAC3-A52B18F9F76D}"/>
          </ac:spMkLst>
        </pc:spChg>
        <pc:picChg chg="add del mod">
          <ac:chgData name="Leonardo Wiedemeier" userId="8dfac0a41424efd0" providerId="LiveId" clId="{51565CA1-A8D4-4B32-9F57-60251DC8DE6F}" dt="2020-05-11T18:37:09.827" v="351" actId="478"/>
          <ac:picMkLst>
            <pc:docMk/>
            <pc:sldMk cId="3550810033" sldId="484"/>
            <ac:picMk id="10" creationId="{1150EBBA-74A0-4048-8A28-C4EC81FC662A}"/>
          </ac:picMkLst>
        </pc:picChg>
        <pc:picChg chg="add del mod">
          <ac:chgData name="Leonardo Wiedemeier" userId="8dfac0a41424efd0" providerId="LiveId" clId="{51565CA1-A8D4-4B32-9F57-60251DC8DE6F}" dt="2020-05-11T18:37:08.915" v="349" actId="478"/>
          <ac:picMkLst>
            <pc:docMk/>
            <pc:sldMk cId="3550810033" sldId="484"/>
            <ac:picMk id="11" creationId="{F48D50B5-8502-4605-9472-D0CF72A3AE3F}"/>
          </ac:picMkLst>
        </pc:picChg>
      </pc:sldChg>
      <pc:sldChg chg="modSp mod">
        <pc:chgData name="Leonardo Wiedemeier" userId="8dfac0a41424efd0" providerId="LiveId" clId="{51565CA1-A8D4-4B32-9F57-60251DC8DE6F}" dt="2020-05-11T18:46:27.238" v="403" actId="166"/>
        <pc:sldMkLst>
          <pc:docMk/>
          <pc:sldMk cId="1450582451" sldId="485"/>
        </pc:sldMkLst>
        <pc:spChg chg="mod">
          <ac:chgData name="Leonardo Wiedemeier" userId="8dfac0a41424efd0" providerId="LiveId" clId="{51565CA1-A8D4-4B32-9F57-60251DC8DE6F}" dt="2020-05-11T18:46:23.636" v="402" actId="20577"/>
          <ac:spMkLst>
            <pc:docMk/>
            <pc:sldMk cId="1450582451" sldId="485"/>
            <ac:spMk id="12" creationId="{00000000-0000-0000-0000-000000000000}"/>
          </ac:spMkLst>
        </pc:spChg>
        <pc:spChg chg="mod">
          <ac:chgData name="Leonardo Wiedemeier" userId="8dfac0a41424efd0" providerId="LiveId" clId="{51565CA1-A8D4-4B32-9F57-60251DC8DE6F}" dt="2020-05-11T18:46:14.212" v="384" actId="20577"/>
          <ac:spMkLst>
            <pc:docMk/>
            <pc:sldMk cId="1450582451" sldId="485"/>
            <ac:spMk id="28" creationId="{00000000-0000-0000-0000-000000000000}"/>
          </ac:spMkLst>
        </pc:spChg>
        <pc:picChg chg="ord">
          <ac:chgData name="Leonardo Wiedemeier" userId="8dfac0a41424efd0" providerId="LiveId" clId="{51565CA1-A8D4-4B32-9F57-60251DC8DE6F}" dt="2020-05-11T18:46:27.238" v="403" actId="166"/>
          <ac:picMkLst>
            <pc:docMk/>
            <pc:sldMk cId="1450582451" sldId="485"/>
            <ac:picMk id="19" creationId="{A699311D-B891-42D4-B09A-B1A00A4D3979}"/>
          </ac:picMkLst>
        </pc:picChg>
      </pc:sldChg>
      <pc:sldChg chg="addSp delSp modSp mod delAnim modAnim modNotesTx">
        <pc:chgData name="Leonardo Wiedemeier" userId="8dfac0a41424efd0" providerId="LiveId" clId="{51565CA1-A8D4-4B32-9F57-60251DC8DE6F}" dt="2020-05-13T16:18:31.654" v="510" actId="20577"/>
        <pc:sldMkLst>
          <pc:docMk/>
          <pc:sldMk cId="4025911472" sldId="489"/>
        </pc:sldMkLst>
        <pc:spChg chg="del">
          <ac:chgData name="Leonardo Wiedemeier" userId="8dfac0a41424efd0" providerId="LiveId" clId="{51565CA1-A8D4-4B32-9F57-60251DC8DE6F}" dt="2020-05-12T16:18:18.652" v="404" actId="478"/>
          <ac:spMkLst>
            <pc:docMk/>
            <pc:sldMk cId="4025911472" sldId="489"/>
            <ac:spMk id="3" creationId="{4D529BD4-11C5-41B9-A634-C2801A58AF2D}"/>
          </ac:spMkLst>
        </pc:spChg>
        <pc:spChg chg="del mod">
          <ac:chgData name="Leonardo Wiedemeier" userId="8dfac0a41424efd0" providerId="LiveId" clId="{51565CA1-A8D4-4B32-9F57-60251DC8DE6F}" dt="2020-05-12T16:18:20.590" v="406" actId="478"/>
          <ac:spMkLst>
            <pc:docMk/>
            <pc:sldMk cId="4025911472" sldId="489"/>
            <ac:spMk id="6" creationId="{431DADAE-4884-41B9-A700-3367E175D8CE}"/>
          </ac:spMkLst>
        </pc:spChg>
        <pc:spChg chg="add mod">
          <ac:chgData name="Leonardo Wiedemeier" userId="8dfac0a41424efd0" providerId="LiveId" clId="{51565CA1-A8D4-4B32-9F57-60251DC8DE6F}" dt="2020-05-12T16:18:18.652" v="404" actId="478"/>
          <ac:spMkLst>
            <pc:docMk/>
            <pc:sldMk cId="4025911472" sldId="489"/>
            <ac:spMk id="8" creationId="{2872B1F8-D9DD-4294-885F-A58687F114E5}"/>
          </ac:spMkLst>
        </pc:spChg>
        <pc:spChg chg="add mod">
          <ac:chgData name="Leonardo Wiedemeier" userId="8dfac0a41424efd0" providerId="LiveId" clId="{51565CA1-A8D4-4B32-9F57-60251DC8DE6F}" dt="2020-05-12T16:28:18.507" v="475" actId="255"/>
          <ac:spMkLst>
            <pc:docMk/>
            <pc:sldMk cId="4025911472" sldId="489"/>
            <ac:spMk id="11" creationId="{85E4F608-7355-4EA8-8185-EDEBAB7B5F9F}"/>
          </ac:spMkLst>
        </pc:spChg>
        <pc:graphicFrameChg chg="add del mod">
          <ac:chgData name="Leonardo Wiedemeier" userId="8dfac0a41424efd0" providerId="LiveId" clId="{51565CA1-A8D4-4B32-9F57-60251DC8DE6F}" dt="2020-05-12T16:21:12.440" v="408"/>
          <ac:graphicFrameMkLst>
            <pc:docMk/>
            <pc:sldMk cId="4025911472" sldId="489"/>
            <ac:graphicFrameMk id="9" creationId="{D42CCD74-6E11-444E-BF56-1308E0111978}"/>
          </ac:graphicFrameMkLst>
        </pc:graphicFrameChg>
        <pc:picChg chg="add del mod">
          <ac:chgData name="Leonardo Wiedemeier" userId="8dfac0a41424efd0" providerId="LiveId" clId="{51565CA1-A8D4-4B32-9F57-60251DC8DE6F}" dt="2020-05-12T16:24:07.473" v="424" actId="478"/>
          <ac:picMkLst>
            <pc:docMk/>
            <pc:sldMk cId="4025911472" sldId="489"/>
            <ac:picMk id="10" creationId="{4BB656F7-1F4C-4317-BD10-1A916A92492A}"/>
          </ac:picMkLst>
        </pc:picChg>
        <pc:picChg chg="add del mod">
          <ac:chgData name="Leonardo Wiedemeier" userId="8dfac0a41424efd0" providerId="LiveId" clId="{51565CA1-A8D4-4B32-9F57-60251DC8DE6F}" dt="2020-05-12T17:08:24.034" v="476" actId="478"/>
          <ac:picMkLst>
            <pc:docMk/>
            <pc:sldMk cId="4025911472" sldId="489"/>
            <ac:picMk id="12" creationId="{24310E24-7619-48C9-AD33-2C4A02189A80}"/>
          </ac:picMkLst>
        </pc:picChg>
        <pc:picChg chg="add del mod">
          <ac:chgData name="Leonardo Wiedemeier" userId="8dfac0a41424efd0" providerId="LiveId" clId="{51565CA1-A8D4-4B32-9F57-60251DC8DE6F}" dt="2020-05-12T17:09:26.961" v="483" actId="478"/>
          <ac:picMkLst>
            <pc:docMk/>
            <pc:sldMk cId="4025911472" sldId="489"/>
            <ac:picMk id="13" creationId="{1ACBF909-E935-48B1-8FC6-D10F95D0E8B4}"/>
          </ac:picMkLst>
        </pc:picChg>
        <pc:picChg chg="add mod">
          <ac:chgData name="Leonardo Wiedemeier" userId="8dfac0a41424efd0" providerId="LiveId" clId="{51565CA1-A8D4-4B32-9F57-60251DC8DE6F}" dt="2020-05-12T17:09:32.456" v="486" actId="1076"/>
          <ac:picMkLst>
            <pc:docMk/>
            <pc:sldMk cId="4025911472" sldId="489"/>
            <ac:picMk id="14" creationId="{0E39CF34-BB83-4BD3-961E-41D99CCE3D4A}"/>
          </ac:picMkLst>
        </pc:picChg>
      </pc:sldChg>
      <pc:sldChg chg="addSp delSp modSp new mod">
        <pc:chgData name="Leonardo Wiedemeier" userId="8dfac0a41424efd0" providerId="LiveId" clId="{51565CA1-A8D4-4B32-9F57-60251DC8DE6F}" dt="2020-05-14T17:34:13.741" v="535" actId="1076"/>
        <pc:sldMkLst>
          <pc:docMk/>
          <pc:sldMk cId="1217333881" sldId="495"/>
        </pc:sldMkLst>
        <pc:spChg chg="mod">
          <ac:chgData name="Leonardo Wiedemeier" userId="8dfac0a41424efd0" providerId="LiveId" clId="{51565CA1-A8D4-4B32-9F57-60251DC8DE6F}" dt="2020-05-14T17:27:20.240" v="521" actId="20577"/>
          <ac:spMkLst>
            <pc:docMk/>
            <pc:sldMk cId="1217333881" sldId="495"/>
            <ac:spMk id="2" creationId="{25BD5B4E-FBC9-42A6-B733-ACEEB2C11289}"/>
          </ac:spMkLst>
        </pc:spChg>
        <pc:graphicFrameChg chg="add del mod">
          <ac:chgData name="Leonardo Wiedemeier" userId="8dfac0a41424efd0" providerId="LiveId" clId="{51565CA1-A8D4-4B32-9F57-60251DC8DE6F}" dt="2020-05-14T17:32:37.053" v="532"/>
          <ac:graphicFrameMkLst>
            <pc:docMk/>
            <pc:sldMk cId="1217333881" sldId="495"/>
            <ac:graphicFrameMk id="8" creationId="{5C05624E-9561-4D41-9854-DFD1F05BA699}"/>
          </ac:graphicFrameMkLst>
        </pc:graphicFrameChg>
        <pc:picChg chg="add del mod">
          <ac:chgData name="Leonardo Wiedemeier" userId="8dfac0a41424efd0" providerId="LiveId" clId="{51565CA1-A8D4-4B32-9F57-60251DC8DE6F}" dt="2020-05-14T17:31:16.795" v="526" actId="478"/>
          <ac:picMkLst>
            <pc:docMk/>
            <pc:sldMk cId="1217333881" sldId="495"/>
            <ac:picMk id="6" creationId="{818DB4E4-DEB1-47C8-AF25-BD572DA873B6}"/>
          </ac:picMkLst>
        </pc:picChg>
        <pc:picChg chg="add del mod">
          <ac:chgData name="Leonardo Wiedemeier" userId="8dfac0a41424efd0" providerId="LiveId" clId="{51565CA1-A8D4-4B32-9F57-60251DC8DE6F}" dt="2020-05-14T17:32:28.257" v="530" actId="478"/>
          <ac:picMkLst>
            <pc:docMk/>
            <pc:sldMk cId="1217333881" sldId="495"/>
            <ac:picMk id="7" creationId="{CB1866CE-9037-4018-8C55-074BF2269CD2}"/>
          </ac:picMkLst>
        </pc:picChg>
        <pc:picChg chg="add mod">
          <ac:chgData name="Leonardo Wiedemeier" userId="8dfac0a41424efd0" providerId="LiveId" clId="{51565CA1-A8D4-4B32-9F57-60251DC8DE6F}" dt="2020-05-14T17:34:13.741" v="535" actId="1076"/>
          <ac:picMkLst>
            <pc:docMk/>
            <pc:sldMk cId="1217333881" sldId="495"/>
            <ac:picMk id="9" creationId="{5CE5D9E9-69C2-4A53-9EB1-6D14B4388667}"/>
          </ac:picMkLst>
        </pc:picChg>
      </pc:sldChg>
    </pc:docChg>
  </pc:docChgLst>
  <pc:docChgLst>
    <pc:chgData name="Oliver Egloff" userId="5d7ff64e220dfa8f" providerId="LiveId" clId="{56B5759B-78F2-4C65-89B0-6AA999F36E12}"/>
    <pc:docChg chg="undo custSel addSld delSld modSld sldOrd delSection modSection">
      <pc:chgData name="Oliver Egloff" userId="5d7ff64e220dfa8f" providerId="LiveId" clId="{56B5759B-78F2-4C65-89B0-6AA999F36E12}" dt="2020-05-15T17:16:07.160" v="1578" actId="1076"/>
      <pc:docMkLst>
        <pc:docMk/>
      </pc:docMkLst>
      <pc:sldChg chg="del">
        <pc:chgData name="Oliver Egloff" userId="5d7ff64e220dfa8f" providerId="LiveId" clId="{56B5759B-78F2-4C65-89B0-6AA999F36E12}" dt="2020-05-10T17:53:55.200" v="102" actId="47"/>
        <pc:sldMkLst>
          <pc:docMk/>
          <pc:sldMk cId="3815016566" sldId="275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2397526811" sldId="362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576334230" sldId="363"/>
        </pc:sldMkLst>
      </pc:sldChg>
      <pc:sldChg chg="addSp delSp modSp del ord modAnim">
        <pc:chgData name="Oliver Egloff" userId="5d7ff64e220dfa8f" providerId="LiveId" clId="{56B5759B-78F2-4C65-89B0-6AA999F36E12}" dt="2020-05-15T15:36:01.579" v="1491" actId="47"/>
        <pc:sldMkLst>
          <pc:docMk/>
          <pc:sldMk cId="705325996" sldId="370"/>
        </pc:sldMkLst>
        <pc:spChg chg="mod">
          <ac:chgData name="Oliver Egloff" userId="5d7ff64e220dfa8f" providerId="LiveId" clId="{56B5759B-78F2-4C65-89B0-6AA999F36E12}" dt="2020-05-10T17:52:36.656" v="72" actId="20577"/>
          <ac:spMkLst>
            <pc:docMk/>
            <pc:sldMk cId="705325996" sldId="370"/>
            <ac:spMk id="3" creationId="{00000000-0000-0000-0000-000000000000}"/>
          </ac:spMkLst>
        </pc:spChg>
        <pc:spChg chg="mod">
          <ac:chgData name="Oliver Egloff" userId="5d7ff64e220dfa8f" providerId="LiveId" clId="{56B5759B-78F2-4C65-89B0-6AA999F36E12}" dt="2020-05-10T17:52:49.256" v="95" actId="20577"/>
          <ac:spMkLst>
            <pc:docMk/>
            <pc:sldMk cId="705325996" sldId="370"/>
            <ac:spMk id="5" creationId="{00000000-0000-0000-0000-000000000000}"/>
          </ac:spMkLst>
        </pc:spChg>
        <pc:spChg chg="mod">
          <ac:chgData name="Oliver Egloff" userId="5d7ff64e220dfa8f" providerId="LiveId" clId="{56B5759B-78F2-4C65-89B0-6AA999F36E12}" dt="2020-05-10T17:52:18.595" v="38" actId="20577"/>
          <ac:spMkLst>
            <pc:docMk/>
            <pc:sldMk cId="705325996" sldId="370"/>
            <ac:spMk id="8" creationId="{00000000-0000-0000-0000-000000000000}"/>
          </ac:spMkLst>
        </pc:spChg>
        <pc:spChg chg="mod">
          <ac:chgData name="Oliver Egloff" userId="5d7ff64e220dfa8f" providerId="LiveId" clId="{56B5759B-78F2-4C65-89B0-6AA999F36E12}" dt="2020-05-10T17:53:27.875" v="99" actId="1076"/>
          <ac:spMkLst>
            <pc:docMk/>
            <pc:sldMk cId="705325996" sldId="370"/>
            <ac:spMk id="10" creationId="{D61DAF16-6074-40D1-9DD9-B968387D886C}"/>
          </ac:spMkLst>
        </pc:spChg>
        <pc:spChg chg="mod">
          <ac:chgData name="Oliver Egloff" userId="5d7ff64e220dfa8f" providerId="LiveId" clId="{56B5759B-78F2-4C65-89B0-6AA999F36E12}" dt="2020-05-10T17:53:27.875" v="99" actId="1076"/>
          <ac:spMkLst>
            <pc:docMk/>
            <pc:sldMk cId="705325996" sldId="370"/>
            <ac:spMk id="11" creationId="{3F6F946A-DBFC-44ED-88D0-9351594CD1FD}"/>
          </ac:spMkLst>
        </pc:spChg>
        <pc:spChg chg="mod">
          <ac:chgData name="Oliver Egloff" userId="5d7ff64e220dfa8f" providerId="LiveId" clId="{56B5759B-78F2-4C65-89B0-6AA999F36E12}" dt="2020-05-10T17:53:27.875" v="99" actId="1076"/>
          <ac:spMkLst>
            <pc:docMk/>
            <pc:sldMk cId="705325996" sldId="370"/>
            <ac:spMk id="12" creationId="{5AAE6703-1A2E-4B4A-ACB4-A1DF566A4C7D}"/>
          </ac:spMkLst>
        </pc:spChg>
        <pc:spChg chg="mod">
          <ac:chgData name="Oliver Egloff" userId="5d7ff64e220dfa8f" providerId="LiveId" clId="{56B5759B-78F2-4C65-89B0-6AA999F36E12}" dt="2020-05-10T17:53:27.875" v="99" actId="1076"/>
          <ac:spMkLst>
            <pc:docMk/>
            <pc:sldMk cId="705325996" sldId="370"/>
            <ac:spMk id="13" creationId="{A0D2B0A2-8C40-4477-A13C-BFF7B70FE39A}"/>
          </ac:spMkLst>
        </pc:spChg>
        <pc:spChg chg="mod">
          <ac:chgData name="Oliver Egloff" userId="5d7ff64e220dfa8f" providerId="LiveId" clId="{56B5759B-78F2-4C65-89B0-6AA999F36E12}" dt="2020-05-10T17:53:27.875" v="99" actId="1076"/>
          <ac:spMkLst>
            <pc:docMk/>
            <pc:sldMk cId="705325996" sldId="370"/>
            <ac:spMk id="14" creationId="{1E7FDB50-9519-4BC5-B78E-50FC62153D39}"/>
          </ac:spMkLst>
        </pc:spChg>
        <pc:spChg chg="mod">
          <ac:chgData name="Oliver Egloff" userId="5d7ff64e220dfa8f" providerId="LiveId" clId="{56B5759B-78F2-4C65-89B0-6AA999F36E12}" dt="2020-05-10T17:53:27.875" v="99" actId="1076"/>
          <ac:spMkLst>
            <pc:docMk/>
            <pc:sldMk cId="705325996" sldId="370"/>
            <ac:spMk id="15" creationId="{ABFB908D-47A6-49E1-804D-B015FB0C9120}"/>
          </ac:spMkLst>
        </pc:spChg>
        <pc:spChg chg="mod">
          <ac:chgData name="Oliver Egloff" userId="5d7ff64e220dfa8f" providerId="LiveId" clId="{56B5759B-78F2-4C65-89B0-6AA999F36E12}" dt="2020-05-10T17:53:27.875" v="99" actId="1076"/>
          <ac:spMkLst>
            <pc:docMk/>
            <pc:sldMk cId="705325996" sldId="370"/>
            <ac:spMk id="16" creationId="{EBF5BF79-D7FB-40E5-8073-56BE60688984}"/>
          </ac:spMkLst>
        </pc:spChg>
        <pc:spChg chg="mod">
          <ac:chgData name="Oliver Egloff" userId="5d7ff64e220dfa8f" providerId="LiveId" clId="{56B5759B-78F2-4C65-89B0-6AA999F36E12}" dt="2020-05-10T17:53:27.875" v="99" actId="1076"/>
          <ac:spMkLst>
            <pc:docMk/>
            <pc:sldMk cId="705325996" sldId="370"/>
            <ac:spMk id="18" creationId="{082E798A-068E-4526-A99C-E21C46FE81DE}"/>
          </ac:spMkLst>
        </pc:spChg>
        <pc:spChg chg="mod">
          <ac:chgData name="Oliver Egloff" userId="5d7ff64e220dfa8f" providerId="LiveId" clId="{56B5759B-78F2-4C65-89B0-6AA999F36E12}" dt="2020-05-10T17:53:27.875" v="99" actId="1076"/>
          <ac:spMkLst>
            <pc:docMk/>
            <pc:sldMk cId="705325996" sldId="370"/>
            <ac:spMk id="20" creationId="{33D0A881-B113-434E-B70A-9E00DBA4B692}"/>
          </ac:spMkLst>
        </pc:spChg>
        <pc:spChg chg="mod">
          <ac:chgData name="Oliver Egloff" userId="5d7ff64e220dfa8f" providerId="LiveId" clId="{56B5759B-78F2-4C65-89B0-6AA999F36E12}" dt="2020-05-10T17:53:27.875" v="99" actId="1076"/>
          <ac:spMkLst>
            <pc:docMk/>
            <pc:sldMk cId="705325996" sldId="370"/>
            <ac:spMk id="21" creationId="{A55BEF6C-2357-42D0-918B-BA550A0AD067}"/>
          </ac:spMkLst>
        </pc:spChg>
        <pc:spChg chg="mod">
          <ac:chgData name="Oliver Egloff" userId="5d7ff64e220dfa8f" providerId="LiveId" clId="{56B5759B-78F2-4C65-89B0-6AA999F36E12}" dt="2020-05-10T17:53:27.875" v="99" actId="1076"/>
          <ac:spMkLst>
            <pc:docMk/>
            <pc:sldMk cId="705325996" sldId="370"/>
            <ac:spMk id="22" creationId="{9EE29BD2-E383-48A4-A320-2A82EEAE03F1}"/>
          </ac:spMkLst>
        </pc:spChg>
        <pc:spChg chg="mod">
          <ac:chgData name="Oliver Egloff" userId="5d7ff64e220dfa8f" providerId="LiveId" clId="{56B5759B-78F2-4C65-89B0-6AA999F36E12}" dt="2020-05-10T17:53:27.875" v="99" actId="1076"/>
          <ac:spMkLst>
            <pc:docMk/>
            <pc:sldMk cId="705325996" sldId="370"/>
            <ac:spMk id="23" creationId="{23162FA6-5055-4180-A4EE-10452015186C}"/>
          </ac:spMkLst>
        </pc:spChg>
        <pc:grpChg chg="add del mod">
          <ac:chgData name="Oliver Egloff" userId="5d7ff64e220dfa8f" providerId="LiveId" clId="{56B5759B-78F2-4C65-89B0-6AA999F36E12}" dt="2020-05-10T17:53:37.835" v="100" actId="478"/>
          <ac:grpSpMkLst>
            <pc:docMk/>
            <pc:sldMk cId="705325996" sldId="370"/>
            <ac:grpSpMk id="9" creationId="{B401A81C-0D05-424E-9D62-C1489E9741EF}"/>
          </ac:grpSpMkLst>
        </pc:grpChg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1049257621" sldId="372"/>
        </pc:sldMkLst>
      </pc:sldChg>
      <pc:sldChg chg="add del">
        <pc:chgData name="Oliver Egloff" userId="5d7ff64e220dfa8f" providerId="LiveId" clId="{56B5759B-78F2-4C65-89B0-6AA999F36E12}" dt="2020-05-10T17:53:51.290" v="101" actId="47"/>
        <pc:sldMkLst>
          <pc:docMk/>
          <pc:sldMk cId="3531826165" sldId="373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35416190" sldId="374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3297429244" sldId="376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4061741084" sldId="377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1132796189" sldId="378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131902121" sldId="379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876649537" sldId="380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2661382851" sldId="381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2700007496" sldId="389"/>
        </pc:sldMkLst>
      </pc:sldChg>
      <pc:sldChg chg="modSp del mod">
        <pc:chgData name="Oliver Egloff" userId="5d7ff64e220dfa8f" providerId="LiveId" clId="{56B5759B-78F2-4C65-89B0-6AA999F36E12}" dt="2020-05-12T18:45:37.208" v="1286" actId="47"/>
        <pc:sldMkLst>
          <pc:docMk/>
          <pc:sldMk cId="9034057" sldId="390"/>
        </pc:sldMkLst>
        <pc:spChg chg="mod">
          <ac:chgData name="Oliver Egloff" userId="5d7ff64e220dfa8f" providerId="LiveId" clId="{56B5759B-78F2-4C65-89B0-6AA999F36E12}" dt="2020-05-10T17:52:12.036" v="5" actId="27636"/>
          <ac:spMkLst>
            <pc:docMk/>
            <pc:sldMk cId="9034057" sldId="390"/>
            <ac:spMk id="15" creationId="{00000000-0000-0000-0000-000000000000}"/>
          </ac:spMkLst>
        </pc:spChg>
      </pc:sldChg>
      <pc:sldChg chg="modSp del mod">
        <pc:chgData name="Oliver Egloff" userId="5d7ff64e220dfa8f" providerId="LiveId" clId="{56B5759B-78F2-4C65-89B0-6AA999F36E12}" dt="2020-05-12T18:45:37.208" v="1286" actId="47"/>
        <pc:sldMkLst>
          <pc:docMk/>
          <pc:sldMk cId="2807041106" sldId="391"/>
        </pc:sldMkLst>
        <pc:spChg chg="mod">
          <ac:chgData name="Oliver Egloff" userId="5d7ff64e220dfa8f" providerId="LiveId" clId="{56B5759B-78F2-4C65-89B0-6AA999F36E12}" dt="2020-05-10T17:52:12.046" v="6" actId="27636"/>
          <ac:spMkLst>
            <pc:docMk/>
            <pc:sldMk cId="2807041106" sldId="391"/>
            <ac:spMk id="15" creationId="{00000000-0000-0000-0000-000000000000}"/>
          </ac:spMkLst>
        </pc:spChg>
        <pc:spChg chg="mod">
          <ac:chgData name="Oliver Egloff" userId="5d7ff64e220dfa8f" providerId="LiveId" clId="{56B5759B-78F2-4C65-89B0-6AA999F36E12}" dt="2020-05-10T17:52:12.054" v="8" actId="27636"/>
          <ac:spMkLst>
            <pc:docMk/>
            <pc:sldMk cId="2807041106" sldId="391"/>
            <ac:spMk id="16" creationId="{00000000-0000-0000-0000-000000000000}"/>
          </ac:spMkLst>
        </pc:spChg>
        <pc:spChg chg="mod">
          <ac:chgData name="Oliver Egloff" userId="5d7ff64e220dfa8f" providerId="LiveId" clId="{56B5759B-78F2-4C65-89B0-6AA999F36E12}" dt="2020-05-10T17:52:12.057" v="9" actId="27636"/>
          <ac:spMkLst>
            <pc:docMk/>
            <pc:sldMk cId="2807041106" sldId="391"/>
            <ac:spMk id="17" creationId="{00000000-0000-0000-0000-000000000000}"/>
          </ac:spMkLst>
        </pc:spChg>
        <pc:spChg chg="mod">
          <ac:chgData name="Oliver Egloff" userId="5d7ff64e220dfa8f" providerId="LiveId" clId="{56B5759B-78F2-4C65-89B0-6AA999F36E12}" dt="2020-05-10T17:52:12.050" v="7" actId="27636"/>
          <ac:spMkLst>
            <pc:docMk/>
            <pc:sldMk cId="2807041106" sldId="391"/>
            <ac:spMk id="21" creationId="{00000000-0000-0000-0000-000000000000}"/>
          </ac:spMkLst>
        </pc:spChg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180150981" sldId="392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138718478" sldId="393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1339130331" sldId="394"/>
        </pc:sldMkLst>
      </pc:sldChg>
      <pc:sldChg chg="modSp del mod">
        <pc:chgData name="Oliver Egloff" userId="5d7ff64e220dfa8f" providerId="LiveId" clId="{56B5759B-78F2-4C65-89B0-6AA999F36E12}" dt="2020-05-12T18:45:37.208" v="1286" actId="47"/>
        <pc:sldMkLst>
          <pc:docMk/>
          <pc:sldMk cId="1482403429" sldId="395"/>
        </pc:sldMkLst>
        <pc:spChg chg="mod">
          <ac:chgData name="Oliver Egloff" userId="5d7ff64e220dfa8f" providerId="LiveId" clId="{56B5759B-78F2-4C65-89B0-6AA999F36E12}" dt="2020-05-10T17:52:12.112" v="11" actId="27636"/>
          <ac:spMkLst>
            <pc:docMk/>
            <pc:sldMk cId="1482403429" sldId="395"/>
            <ac:spMk id="1186" creationId="{00000000-0000-0000-0000-000000000000}"/>
          </ac:spMkLst>
        </pc:spChg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2251686661" sldId="397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3326208316" sldId="398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3622349418" sldId="399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2230330954" sldId="400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720049611" sldId="401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732476461" sldId="402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1019206710" sldId="403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4040583905" sldId="405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877896122" sldId="407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3668287842" sldId="408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420069642" sldId="409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3259873890" sldId="410"/>
        </pc:sldMkLst>
      </pc:sldChg>
      <pc:sldChg chg="modSp del mod">
        <pc:chgData name="Oliver Egloff" userId="5d7ff64e220dfa8f" providerId="LiveId" clId="{56B5759B-78F2-4C65-89B0-6AA999F36E12}" dt="2020-05-12T18:45:37.208" v="1286" actId="47"/>
        <pc:sldMkLst>
          <pc:docMk/>
          <pc:sldMk cId="3005780248" sldId="414"/>
        </pc:sldMkLst>
        <pc:spChg chg="mod">
          <ac:chgData name="Oliver Egloff" userId="5d7ff64e220dfa8f" providerId="LiveId" clId="{56B5759B-78F2-4C65-89B0-6AA999F36E12}" dt="2020-05-10T17:52:12.075" v="10" actId="27636"/>
          <ac:spMkLst>
            <pc:docMk/>
            <pc:sldMk cId="3005780248" sldId="414"/>
            <ac:spMk id="2" creationId="{00000000-0000-0000-0000-000000000000}"/>
          </ac:spMkLst>
        </pc:spChg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3629357685" sldId="417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2738174782" sldId="418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2708015472" sldId="419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3696281441" sldId="421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1964246895" sldId="422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220980216" sldId="425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1698708893" sldId="426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2279351725" sldId="428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3851415909" sldId="429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2520335031" sldId="432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110114" sldId="433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3956256966" sldId="434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934622167" sldId="435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1980016241" sldId="436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1955626716" sldId="438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2119371751" sldId="440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2212816941" sldId="441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3648405060" sldId="444"/>
        </pc:sldMkLst>
      </pc:sldChg>
      <pc:sldChg chg="del ord">
        <pc:chgData name="Oliver Egloff" userId="5d7ff64e220dfa8f" providerId="LiveId" clId="{56B5759B-78F2-4C65-89B0-6AA999F36E12}" dt="2020-05-12T18:45:37.208" v="1286" actId="47"/>
        <pc:sldMkLst>
          <pc:docMk/>
          <pc:sldMk cId="1602992247" sldId="445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3878952033" sldId="446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2450257122" sldId="447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836286492" sldId="448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3508544955" sldId="450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2813820641" sldId="451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3540727772" sldId="452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4141151826" sldId="453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1959789769" sldId="454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888170307" sldId="455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366885319" sldId="456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2345443169" sldId="457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2714758567" sldId="458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2548825274" sldId="459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1342301974" sldId="460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2691505569" sldId="461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3540663940" sldId="462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2438462815" sldId="464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59037590" sldId="466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2529118407" sldId="467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2278366459" sldId="468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4071341075" sldId="469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4292785024" sldId="470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1803636465" sldId="471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2908882032" sldId="472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1095568966" sldId="473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1671258181" sldId="474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3195076951" sldId="475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3076664005" sldId="476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680323376" sldId="477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383594068" sldId="478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714487571" sldId="479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1782023986" sldId="480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1389309099" sldId="481"/>
        </pc:sldMkLst>
      </pc:sldChg>
      <pc:sldChg chg="del">
        <pc:chgData name="Oliver Egloff" userId="5d7ff64e220dfa8f" providerId="LiveId" clId="{56B5759B-78F2-4C65-89B0-6AA999F36E12}" dt="2020-05-12T18:45:37.208" v="1286" actId="47"/>
        <pc:sldMkLst>
          <pc:docMk/>
          <pc:sldMk cId="458376273" sldId="482"/>
        </pc:sldMkLst>
      </pc:sldChg>
      <pc:sldChg chg="modSp new mod ord modAnim">
        <pc:chgData name="Oliver Egloff" userId="5d7ff64e220dfa8f" providerId="LiveId" clId="{56B5759B-78F2-4C65-89B0-6AA999F36E12}" dt="2020-05-15T17:06:36.702" v="1577" actId="20577"/>
        <pc:sldMkLst>
          <pc:docMk/>
          <pc:sldMk cId="1505339019" sldId="483"/>
        </pc:sldMkLst>
        <pc:spChg chg="mod">
          <ac:chgData name="Oliver Egloff" userId="5d7ff64e220dfa8f" providerId="LiveId" clId="{56B5759B-78F2-4C65-89B0-6AA999F36E12}" dt="2020-05-10T17:56:23.952" v="119" actId="20577"/>
          <ac:spMkLst>
            <pc:docMk/>
            <pc:sldMk cId="1505339019" sldId="483"/>
            <ac:spMk id="2" creationId="{17A86B93-FA88-4751-AC06-E738F41E4623}"/>
          </ac:spMkLst>
        </pc:spChg>
        <pc:spChg chg="mod">
          <ac:chgData name="Oliver Egloff" userId="5d7ff64e220dfa8f" providerId="LiveId" clId="{56B5759B-78F2-4C65-89B0-6AA999F36E12}" dt="2020-05-15T17:06:36.702" v="1577" actId="20577"/>
          <ac:spMkLst>
            <pc:docMk/>
            <pc:sldMk cId="1505339019" sldId="483"/>
            <ac:spMk id="3" creationId="{4D529BD4-11C5-41B9-A634-C2801A58AF2D}"/>
          </ac:spMkLst>
        </pc:spChg>
        <pc:spChg chg="mod">
          <ac:chgData name="Oliver Egloff" userId="5d7ff64e220dfa8f" providerId="LiveId" clId="{56B5759B-78F2-4C65-89B0-6AA999F36E12}" dt="2020-05-10T17:59:55.553" v="163" actId="20577"/>
          <ac:spMkLst>
            <pc:docMk/>
            <pc:sldMk cId="1505339019" sldId="483"/>
            <ac:spMk id="4" creationId="{F0954F97-5423-4EB3-AC04-7514F1655A26}"/>
          </ac:spMkLst>
        </pc:spChg>
        <pc:spChg chg="mod">
          <ac:chgData name="Oliver Egloff" userId="5d7ff64e220dfa8f" providerId="LiveId" clId="{56B5759B-78F2-4C65-89B0-6AA999F36E12}" dt="2020-05-10T18:00:19.297" v="177" actId="20577"/>
          <ac:spMkLst>
            <pc:docMk/>
            <pc:sldMk cId="1505339019" sldId="483"/>
            <ac:spMk id="5" creationId="{473753D6-F421-4F18-89C4-C81C6085D548}"/>
          </ac:spMkLst>
        </pc:spChg>
      </pc:sldChg>
      <pc:sldChg chg="addSp delSp modSp add mod ord modAnim">
        <pc:chgData name="Oliver Egloff" userId="5d7ff64e220dfa8f" providerId="LiveId" clId="{56B5759B-78F2-4C65-89B0-6AA999F36E12}" dt="2020-05-12T18:49:50.542" v="1334" actId="20577"/>
        <pc:sldMkLst>
          <pc:docMk/>
          <pc:sldMk cId="3550810033" sldId="484"/>
        </pc:sldMkLst>
        <pc:spChg chg="mod">
          <ac:chgData name="Oliver Egloff" userId="5d7ff64e220dfa8f" providerId="LiveId" clId="{56B5759B-78F2-4C65-89B0-6AA999F36E12}" dt="2020-05-12T18:49:50.542" v="1334" actId="20577"/>
          <ac:spMkLst>
            <pc:docMk/>
            <pc:sldMk cId="3550810033" sldId="484"/>
            <ac:spMk id="2" creationId="{17A86B93-FA88-4751-AC06-E738F41E4623}"/>
          </ac:spMkLst>
        </pc:spChg>
        <pc:spChg chg="mod">
          <ac:chgData name="Oliver Egloff" userId="5d7ff64e220dfa8f" providerId="LiveId" clId="{56B5759B-78F2-4C65-89B0-6AA999F36E12}" dt="2020-05-10T18:02:36.718" v="191" actId="20577"/>
          <ac:spMkLst>
            <pc:docMk/>
            <pc:sldMk cId="3550810033" sldId="484"/>
            <ac:spMk id="3" creationId="{4D529BD4-11C5-41B9-A634-C2801A58AF2D}"/>
          </ac:spMkLst>
        </pc:spChg>
        <pc:spChg chg="add mod">
          <ac:chgData name="Oliver Egloff" userId="5d7ff64e220dfa8f" providerId="LiveId" clId="{56B5759B-78F2-4C65-89B0-6AA999F36E12}" dt="2020-05-10T18:02:49.826" v="208" actId="20577"/>
          <ac:spMkLst>
            <pc:docMk/>
            <pc:sldMk cId="3550810033" sldId="484"/>
            <ac:spMk id="6" creationId="{431DADAE-4884-41B9-A700-3367E175D8CE}"/>
          </ac:spMkLst>
        </pc:spChg>
        <pc:spChg chg="del">
          <ac:chgData name="Oliver Egloff" userId="5d7ff64e220dfa8f" providerId="LiveId" clId="{56B5759B-78F2-4C65-89B0-6AA999F36E12}" dt="2020-05-11T18:41:50.021" v="1278" actId="478"/>
          <ac:spMkLst>
            <pc:docMk/>
            <pc:sldMk cId="3550810033" sldId="484"/>
            <ac:spMk id="8" creationId="{44F04C32-DB8E-44DA-80C3-573C66B6F53C}"/>
          </ac:spMkLst>
        </pc:spChg>
        <pc:picChg chg="add mod ord modCrop">
          <ac:chgData name="Oliver Egloff" userId="5d7ff64e220dfa8f" providerId="LiveId" clId="{56B5759B-78F2-4C65-89B0-6AA999F36E12}" dt="2020-05-11T18:41:09.466" v="1270" actId="1076"/>
          <ac:picMkLst>
            <pc:docMk/>
            <pc:sldMk cId="3550810033" sldId="484"/>
            <ac:picMk id="14" creationId="{9B8CAFD3-3E60-4012-8AE7-B36D0330A334}"/>
          </ac:picMkLst>
        </pc:picChg>
        <pc:picChg chg="add mod modCrop">
          <ac:chgData name="Oliver Egloff" userId="5d7ff64e220dfa8f" providerId="LiveId" clId="{56B5759B-78F2-4C65-89B0-6AA999F36E12}" dt="2020-05-11T18:41:09.466" v="1270" actId="1076"/>
          <ac:picMkLst>
            <pc:docMk/>
            <pc:sldMk cId="3550810033" sldId="484"/>
            <ac:picMk id="16" creationId="{2E260DAE-FB09-47B3-B5CE-0A3FCADD4DAD}"/>
          </ac:picMkLst>
        </pc:picChg>
      </pc:sldChg>
      <pc:sldChg chg="addSp delSp modSp add del mod ord addAnim delAnim modAnim">
        <pc:chgData name="Oliver Egloff" userId="5d7ff64e220dfa8f" providerId="LiveId" clId="{56B5759B-78F2-4C65-89B0-6AA999F36E12}" dt="2020-05-15T15:13:46.213" v="1440" actId="47"/>
        <pc:sldMkLst>
          <pc:docMk/>
          <pc:sldMk cId="1450582451" sldId="485"/>
        </pc:sldMkLst>
        <pc:spChg chg="add del mod">
          <ac:chgData name="Oliver Egloff" userId="5d7ff64e220dfa8f" providerId="LiveId" clId="{56B5759B-78F2-4C65-89B0-6AA999F36E12}" dt="2020-05-10T18:21:24.530" v="414" actId="478"/>
          <ac:spMkLst>
            <pc:docMk/>
            <pc:sldMk cId="1450582451" sldId="485"/>
            <ac:spMk id="5" creationId="{F5D97797-5A37-462B-A1D6-B125016C6D26}"/>
          </ac:spMkLst>
        </pc:spChg>
        <pc:spChg chg="add del mod">
          <ac:chgData name="Oliver Egloff" userId="5d7ff64e220dfa8f" providerId="LiveId" clId="{56B5759B-78F2-4C65-89B0-6AA999F36E12}" dt="2020-05-10T18:21:31.979" v="420" actId="478"/>
          <ac:spMkLst>
            <pc:docMk/>
            <pc:sldMk cId="1450582451" sldId="485"/>
            <ac:spMk id="7" creationId="{3CB19004-53A5-4272-90E5-ED20F598841F}"/>
          </ac:spMkLst>
        </pc:spChg>
        <pc:spChg chg="add del mod">
          <ac:chgData name="Oliver Egloff" userId="5d7ff64e220dfa8f" providerId="LiveId" clId="{56B5759B-78F2-4C65-89B0-6AA999F36E12}" dt="2020-05-10T18:21:28.979" v="418" actId="478"/>
          <ac:spMkLst>
            <pc:docMk/>
            <pc:sldMk cId="1450582451" sldId="485"/>
            <ac:spMk id="9" creationId="{5105DA6F-31D9-4F28-9069-80DF9FAA5B7A}"/>
          </ac:spMkLst>
        </pc:spChg>
        <pc:spChg chg="mod">
          <ac:chgData name="Oliver Egloff" userId="5d7ff64e220dfa8f" providerId="LiveId" clId="{56B5759B-78F2-4C65-89B0-6AA999F36E12}" dt="2020-05-10T18:23:59.654" v="488" actId="403"/>
          <ac:spMkLst>
            <pc:docMk/>
            <pc:sldMk cId="1450582451" sldId="485"/>
            <ac:spMk id="11" creationId="{00000000-0000-0000-0000-000000000000}"/>
          </ac:spMkLst>
        </pc:spChg>
        <pc:spChg chg="mod">
          <ac:chgData name="Oliver Egloff" userId="5d7ff64e220dfa8f" providerId="LiveId" clId="{56B5759B-78F2-4C65-89B0-6AA999F36E12}" dt="2020-05-10T18:23:43.516" v="486"/>
          <ac:spMkLst>
            <pc:docMk/>
            <pc:sldMk cId="1450582451" sldId="485"/>
            <ac:spMk id="12" creationId="{00000000-0000-0000-0000-000000000000}"/>
          </ac:spMkLst>
        </pc:spChg>
        <pc:spChg chg="del mod">
          <ac:chgData name="Oliver Egloff" userId="5d7ff64e220dfa8f" providerId="LiveId" clId="{56B5759B-78F2-4C65-89B0-6AA999F36E12}" dt="2020-05-10T18:21:23.146" v="412" actId="478"/>
          <ac:spMkLst>
            <pc:docMk/>
            <pc:sldMk cId="1450582451" sldId="485"/>
            <ac:spMk id="13" creationId="{00000000-0000-0000-0000-000000000000}"/>
          </ac:spMkLst>
        </pc:spChg>
        <pc:spChg chg="del mod">
          <ac:chgData name="Oliver Egloff" userId="5d7ff64e220dfa8f" providerId="LiveId" clId="{56B5759B-78F2-4C65-89B0-6AA999F36E12}" dt="2020-05-10T18:21:25.744" v="415" actId="478"/>
          <ac:spMkLst>
            <pc:docMk/>
            <pc:sldMk cId="1450582451" sldId="485"/>
            <ac:spMk id="14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21:28" v="417" actId="478"/>
          <ac:spMkLst>
            <pc:docMk/>
            <pc:sldMk cId="1450582451" sldId="485"/>
            <ac:spMk id="15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21:30.512" v="419" actId="478"/>
          <ac:spMkLst>
            <pc:docMk/>
            <pc:sldMk cId="1450582451" sldId="485"/>
            <ac:spMk id="16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21:37.688" v="425" actId="478"/>
          <ac:spMkLst>
            <pc:docMk/>
            <pc:sldMk cId="1450582451" sldId="485"/>
            <ac:spMk id="17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21:40.199" v="427" actId="478"/>
          <ac:spMkLst>
            <pc:docMk/>
            <pc:sldMk cId="1450582451" sldId="485"/>
            <ac:spMk id="18" creationId="{00000000-0000-0000-0000-000000000000}"/>
          </ac:spMkLst>
        </pc:spChg>
        <pc:spChg chg="del mod">
          <ac:chgData name="Oliver Egloff" userId="5d7ff64e220dfa8f" providerId="LiveId" clId="{56B5759B-78F2-4C65-89B0-6AA999F36E12}" dt="2020-05-10T18:21:41.151" v="429" actId="478"/>
          <ac:spMkLst>
            <pc:docMk/>
            <pc:sldMk cId="1450582451" sldId="485"/>
            <ac:spMk id="19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22:08.542" v="453" actId="478"/>
          <ac:spMkLst>
            <pc:docMk/>
            <pc:sldMk cId="1450582451" sldId="485"/>
            <ac:spMk id="20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22:00.855" v="446" actId="478"/>
          <ac:spMkLst>
            <pc:docMk/>
            <pc:sldMk cId="1450582451" sldId="485"/>
            <ac:spMk id="21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22:03.582" v="448" actId="478"/>
          <ac:spMkLst>
            <pc:docMk/>
            <pc:sldMk cId="1450582451" sldId="485"/>
            <ac:spMk id="22" creationId="{00000000-0000-0000-0000-000000000000}"/>
          </ac:spMkLst>
        </pc:spChg>
        <pc:spChg chg="del mod">
          <ac:chgData name="Oliver Egloff" userId="5d7ff64e220dfa8f" providerId="LiveId" clId="{56B5759B-78F2-4C65-89B0-6AA999F36E12}" dt="2020-05-10T18:21:56.598" v="442" actId="478"/>
          <ac:spMkLst>
            <pc:docMk/>
            <pc:sldMk cId="1450582451" sldId="485"/>
            <ac:spMk id="23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21:58.830" v="444" actId="478"/>
          <ac:spMkLst>
            <pc:docMk/>
            <pc:sldMk cId="1450582451" sldId="485"/>
            <ac:spMk id="24" creationId="{00000000-0000-0000-0000-000000000000}"/>
          </ac:spMkLst>
        </pc:spChg>
        <pc:spChg chg="mod">
          <ac:chgData name="Oliver Egloff" userId="5d7ff64e220dfa8f" providerId="LiveId" clId="{56B5759B-78F2-4C65-89B0-6AA999F36E12}" dt="2020-05-10T18:23:59.654" v="488" actId="403"/>
          <ac:spMkLst>
            <pc:docMk/>
            <pc:sldMk cId="1450582451" sldId="485"/>
            <ac:spMk id="25" creationId="{00000000-0000-0000-0000-000000000000}"/>
          </ac:spMkLst>
        </pc:spChg>
        <pc:spChg chg="mod">
          <ac:chgData name="Oliver Egloff" userId="5d7ff64e220dfa8f" providerId="LiveId" clId="{56B5759B-78F2-4C65-89B0-6AA999F36E12}" dt="2020-05-10T18:23:43.516" v="486"/>
          <ac:spMkLst>
            <pc:docMk/>
            <pc:sldMk cId="1450582451" sldId="485"/>
            <ac:spMk id="26" creationId="{00000000-0000-0000-0000-000000000000}"/>
          </ac:spMkLst>
        </pc:spChg>
        <pc:spChg chg="mod">
          <ac:chgData name="Oliver Egloff" userId="5d7ff64e220dfa8f" providerId="LiveId" clId="{56B5759B-78F2-4C65-89B0-6AA999F36E12}" dt="2020-05-10T18:24:06.260" v="490" actId="14100"/>
          <ac:spMkLst>
            <pc:docMk/>
            <pc:sldMk cId="1450582451" sldId="485"/>
            <ac:spMk id="27" creationId="{00000000-0000-0000-0000-000000000000}"/>
          </ac:spMkLst>
        </pc:spChg>
        <pc:spChg chg="mod">
          <ac:chgData name="Oliver Egloff" userId="5d7ff64e220dfa8f" providerId="LiveId" clId="{56B5759B-78F2-4C65-89B0-6AA999F36E12}" dt="2020-05-15T15:13:06.730" v="1436"/>
          <ac:spMkLst>
            <pc:docMk/>
            <pc:sldMk cId="1450582451" sldId="485"/>
            <ac:spMk id="28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21:17.067" v="404" actId="478"/>
          <ac:spMkLst>
            <pc:docMk/>
            <pc:sldMk cId="1450582451" sldId="485"/>
            <ac:spMk id="34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21:20.435" v="409" actId="478"/>
          <ac:spMkLst>
            <pc:docMk/>
            <pc:sldMk cId="1450582451" sldId="485"/>
            <ac:spMk id="35" creationId="{00000000-0000-0000-0000-000000000000}"/>
          </ac:spMkLst>
        </pc:spChg>
        <pc:spChg chg="del mod">
          <ac:chgData name="Oliver Egloff" userId="5d7ff64e220dfa8f" providerId="LiveId" clId="{56B5759B-78F2-4C65-89B0-6AA999F36E12}" dt="2020-05-10T18:21:19.067" v="407" actId="478"/>
          <ac:spMkLst>
            <pc:docMk/>
            <pc:sldMk cId="1450582451" sldId="485"/>
            <ac:spMk id="37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21:35.612" v="424" actId="478"/>
          <ac:spMkLst>
            <pc:docMk/>
            <pc:sldMk cId="1450582451" sldId="485"/>
            <ac:spMk id="38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21:45.372" v="431" actId="478"/>
          <ac:spMkLst>
            <pc:docMk/>
            <pc:sldMk cId="1450582451" sldId="485"/>
            <ac:spMk id="39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21:46.379" v="432" actId="478"/>
          <ac:spMkLst>
            <pc:docMk/>
            <pc:sldMk cId="1450582451" sldId="485"/>
            <ac:spMk id="41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21:48.371" v="435" actId="478"/>
          <ac:spMkLst>
            <pc:docMk/>
            <pc:sldMk cId="1450582451" sldId="485"/>
            <ac:spMk id="42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21:54.219" v="439" actId="478"/>
          <ac:spMkLst>
            <pc:docMk/>
            <pc:sldMk cId="1450582451" sldId="485"/>
            <ac:spMk id="43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21:49.342" v="436" actId="478"/>
          <ac:spMkLst>
            <pc:docMk/>
            <pc:sldMk cId="1450582451" sldId="485"/>
            <ac:spMk id="45" creationId="{00000000-0000-0000-0000-000000000000}"/>
          </ac:spMkLst>
        </pc:spChg>
        <pc:spChg chg="add del mod">
          <ac:chgData name="Oliver Egloff" userId="5d7ff64e220dfa8f" providerId="LiveId" clId="{56B5759B-78F2-4C65-89B0-6AA999F36E12}" dt="2020-05-10T18:21:33.187" v="421" actId="478"/>
          <ac:spMkLst>
            <pc:docMk/>
            <pc:sldMk cId="1450582451" sldId="485"/>
            <ac:spMk id="52" creationId="{A244564B-2478-4D42-94A2-982B884867C1}"/>
          </ac:spMkLst>
        </pc:spChg>
        <pc:spChg chg="add mod">
          <ac:chgData name="Oliver Egloff" userId="5d7ff64e220dfa8f" providerId="LiveId" clId="{56B5759B-78F2-4C65-89B0-6AA999F36E12}" dt="2020-05-10T18:21:04.692" v="403" actId="571"/>
          <ac:spMkLst>
            <pc:docMk/>
            <pc:sldMk cId="1450582451" sldId="485"/>
            <ac:spMk id="54" creationId="{DFC54188-EB77-45EE-A08C-933D9E96A65C}"/>
          </ac:spMkLst>
        </pc:spChg>
        <pc:spChg chg="add mod">
          <ac:chgData name="Oliver Egloff" userId="5d7ff64e220dfa8f" providerId="LiveId" clId="{56B5759B-78F2-4C65-89B0-6AA999F36E12}" dt="2020-05-10T18:21:04.692" v="403" actId="571"/>
          <ac:spMkLst>
            <pc:docMk/>
            <pc:sldMk cId="1450582451" sldId="485"/>
            <ac:spMk id="55" creationId="{935719A4-52AB-479C-9D4A-415D0C44D1A2}"/>
          </ac:spMkLst>
        </pc:spChg>
        <pc:spChg chg="add mod">
          <ac:chgData name="Oliver Egloff" userId="5d7ff64e220dfa8f" providerId="LiveId" clId="{56B5759B-78F2-4C65-89B0-6AA999F36E12}" dt="2020-05-10T18:21:04.692" v="403" actId="571"/>
          <ac:spMkLst>
            <pc:docMk/>
            <pc:sldMk cId="1450582451" sldId="485"/>
            <ac:spMk id="56" creationId="{954E3E2F-CA71-4ED8-BEDE-29522DA003C9}"/>
          </ac:spMkLst>
        </pc:spChg>
        <pc:spChg chg="add mod">
          <ac:chgData name="Oliver Egloff" userId="5d7ff64e220dfa8f" providerId="LiveId" clId="{56B5759B-78F2-4C65-89B0-6AA999F36E12}" dt="2020-05-10T18:21:04.692" v="403" actId="571"/>
          <ac:spMkLst>
            <pc:docMk/>
            <pc:sldMk cId="1450582451" sldId="485"/>
            <ac:spMk id="57" creationId="{3A4685BA-6112-4AB3-8500-B331CEDC6B16}"/>
          </ac:spMkLst>
        </pc:spChg>
        <pc:spChg chg="add del mod">
          <ac:chgData name="Oliver Egloff" userId="5d7ff64e220dfa8f" providerId="LiveId" clId="{56B5759B-78F2-4C65-89B0-6AA999F36E12}" dt="2020-05-10T18:21:38.890" v="426" actId="478"/>
          <ac:spMkLst>
            <pc:docMk/>
            <pc:sldMk cId="1450582451" sldId="485"/>
            <ac:spMk id="58" creationId="{92830F4F-B380-4402-94B2-FD0397124A00}"/>
          </ac:spMkLst>
        </pc:spChg>
        <pc:spChg chg="add del mod">
          <ac:chgData name="Oliver Egloff" userId="5d7ff64e220dfa8f" providerId="LiveId" clId="{56B5759B-78F2-4C65-89B0-6AA999F36E12}" dt="2020-05-10T18:22:10.251" v="455" actId="478"/>
          <ac:spMkLst>
            <pc:docMk/>
            <pc:sldMk cId="1450582451" sldId="485"/>
            <ac:spMk id="60" creationId="{86801FF4-5130-4625-9944-C0A7F9C0BBCE}"/>
          </ac:spMkLst>
        </pc:spChg>
        <pc:spChg chg="add del mod">
          <ac:chgData name="Oliver Egloff" userId="5d7ff64e220dfa8f" providerId="LiveId" clId="{56B5759B-78F2-4C65-89B0-6AA999F36E12}" dt="2020-05-10T18:22:06.867" v="451" actId="478"/>
          <ac:spMkLst>
            <pc:docMk/>
            <pc:sldMk cId="1450582451" sldId="485"/>
            <ac:spMk id="62" creationId="{CA2BF45F-D27B-4815-AD9F-51167B3BA1E9}"/>
          </ac:spMkLst>
        </pc:spChg>
        <pc:spChg chg="add del mod">
          <ac:chgData name="Oliver Egloff" userId="5d7ff64e220dfa8f" providerId="LiveId" clId="{56B5759B-78F2-4C65-89B0-6AA999F36E12}" dt="2020-05-10T18:21:57.514" v="443" actId="478"/>
          <ac:spMkLst>
            <pc:docMk/>
            <pc:sldMk cId="1450582451" sldId="485"/>
            <ac:spMk id="64" creationId="{AE3A164D-6B83-49CE-A8E4-E1E3D905305A}"/>
          </ac:spMkLst>
        </pc:spChg>
        <pc:spChg chg="add del mod">
          <ac:chgData name="Oliver Egloff" userId="5d7ff64e220dfa8f" providerId="LiveId" clId="{56B5759B-78F2-4C65-89B0-6AA999F36E12}" dt="2020-05-10T18:22:04.323" v="449" actId="478"/>
          <ac:spMkLst>
            <pc:docMk/>
            <pc:sldMk cId="1450582451" sldId="485"/>
            <ac:spMk id="66" creationId="{8D0AD4C7-36CC-483E-AB92-9C23B0C14AFB}"/>
          </ac:spMkLst>
        </pc:spChg>
        <pc:spChg chg="add del mod">
          <ac:chgData name="Oliver Egloff" userId="5d7ff64e220dfa8f" providerId="LiveId" clId="{56B5759B-78F2-4C65-89B0-6AA999F36E12}" dt="2020-05-10T18:22:02.330" v="447" actId="478"/>
          <ac:spMkLst>
            <pc:docMk/>
            <pc:sldMk cId="1450582451" sldId="485"/>
            <ac:spMk id="68" creationId="{359E77EE-7E22-49FC-97C6-81A078BF2B83}"/>
          </ac:spMkLst>
        </pc:spChg>
        <pc:spChg chg="add del mod">
          <ac:chgData name="Oliver Egloff" userId="5d7ff64e220dfa8f" providerId="LiveId" clId="{56B5759B-78F2-4C65-89B0-6AA999F36E12}" dt="2020-05-10T18:22:05.620" v="450" actId="478"/>
          <ac:spMkLst>
            <pc:docMk/>
            <pc:sldMk cId="1450582451" sldId="485"/>
            <ac:spMk id="70" creationId="{9946091F-54E7-49B4-83E7-5EE231AF5963}"/>
          </ac:spMkLst>
        </pc:spChg>
        <pc:spChg chg="add del mod">
          <ac:chgData name="Oliver Egloff" userId="5d7ff64e220dfa8f" providerId="LiveId" clId="{56B5759B-78F2-4C65-89B0-6AA999F36E12}" dt="2020-05-10T18:22:09.323" v="454" actId="478"/>
          <ac:spMkLst>
            <pc:docMk/>
            <pc:sldMk cId="1450582451" sldId="485"/>
            <ac:spMk id="72" creationId="{C58BFE08-B802-417C-984E-4856F28D503E}"/>
          </ac:spMkLst>
        </pc:spChg>
        <pc:spChg chg="add del mod">
          <ac:chgData name="Oliver Egloff" userId="5d7ff64e220dfa8f" providerId="LiveId" clId="{56B5759B-78F2-4C65-89B0-6AA999F36E12}" dt="2020-05-10T18:23:43.516" v="486"/>
          <ac:spMkLst>
            <pc:docMk/>
            <pc:sldMk cId="1450582451" sldId="485"/>
            <ac:spMk id="73" creationId="{0E996334-FC32-4B65-9387-F074A550F250}"/>
          </ac:spMkLst>
        </pc:spChg>
        <pc:spChg chg="add del mod">
          <ac:chgData name="Oliver Egloff" userId="5d7ff64e220dfa8f" providerId="LiveId" clId="{56B5759B-78F2-4C65-89B0-6AA999F36E12}" dt="2020-05-10T18:33:44.891" v="503" actId="931"/>
          <ac:spMkLst>
            <pc:docMk/>
            <pc:sldMk cId="1450582451" sldId="485"/>
            <ac:spMk id="74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20:12.863" v="284" actId="931"/>
          <ac:spMkLst>
            <pc:docMk/>
            <pc:sldMk cId="1450582451" sldId="485"/>
            <ac:spMk id="75" creationId="{00000000-0000-0000-0000-000000000000}"/>
          </ac:spMkLst>
        </pc:spChg>
        <pc:spChg chg="add del">
          <ac:chgData name="Oliver Egloff" userId="5d7ff64e220dfa8f" providerId="LiveId" clId="{56B5759B-78F2-4C65-89B0-6AA999F36E12}" dt="2020-05-11T17:35:06.908" v="840" actId="931"/>
          <ac:spMkLst>
            <pc:docMk/>
            <pc:sldMk cId="1450582451" sldId="485"/>
            <ac:spMk id="76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21:18.020" v="405" actId="478"/>
          <ac:spMkLst>
            <pc:docMk/>
            <pc:sldMk cId="1450582451" sldId="485"/>
            <ac:spMk id="77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21:20.019" v="408" actId="478"/>
          <ac:spMkLst>
            <pc:docMk/>
            <pc:sldMk cId="1450582451" sldId="485"/>
            <ac:spMk id="78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21:35.124" v="423" actId="478"/>
          <ac:spMkLst>
            <pc:docMk/>
            <pc:sldMk cId="1450582451" sldId="485"/>
            <ac:spMk id="79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21:44.907" v="430" actId="478"/>
          <ac:spMkLst>
            <pc:docMk/>
            <pc:sldMk cId="1450582451" sldId="485"/>
            <ac:spMk id="80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21:47.891" v="434" actId="478"/>
          <ac:spMkLst>
            <pc:docMk/>
            <pc:sldMk cId="1450582451" sldId="485"/>
            <ac:spMk id="81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21:54.899" v="440" actId="478"/>
          <ac:spMkLst>
            <pc:docMk/>
            <pc:sldMk cId="1450582451" sldId="485"/>
            <ac:spMk id="82" creationId="{00000000-0000-0000-0000-000000000000}"/>
          </ac:spMkLst>
        </pc:spChg>
        <pc:spChg chg="add del mod">
          <ac:chgData name="Oliver Egloff" userId="5d7ff64e220dfa8f" providerId="LiveId" clId="{56B5759B-78F2-4C65-89B0-6AA999F36E12}" dt="2020-05-10T18:23:28.672" v="480"/>
          <ac:spMkLst>
            <pc:docMk/>
            <pc:sldMk cId="1450582451" sldId="485"/>
            <ac:spMk id="83" creationId="{B53A64AC-47D0-40EF-8062-92BAD9DDC4C5}"/>
          </ac:spMkLst>
        </pc:spChg>
        <pc:picChg chg="add mod">
          <ac:chgData name="Oliver Egloff" userId="5d7ff64e220dfa8f" providerId="LiveId" clId="{56B5759B-78F2-4C65-89B0-6AA999F36E12}" dt="2020-05-10T18:23:43.004" v="483" actId="1076"/>
          <ac:picMkLst>
            <pc:docMk/>
            <pc:sldMk cId="1450582451" sldId="485"/>
            <ac:picMk id="3" creationId="{E31FE9A8-9203-4202-9335-AE38CD67D829}"/>
          </ac:picMkLst>
        </pc:picChg>
        <pc:picChg chg="add mod">
          <ac:chgData name="Oliver Egloff" userId="5d7ff64e220dfa8f" providerId="LiveId" clId="{56B5759B-78F2-4C65-89B0-6AA999F36E12}" dt="2020-05-11T17:35:09.199" v="842" actId="962"/>
          <ac:picMkLst>
            <pc:docMk/>
            <pc:sldMk cId="1450582451" sldId="485"/>
            <ac:picMk id="4" creationId="{209096D1-1C06-448A-B519-1A4A8E575CF2}"/>
          </ac:picMkLst>
        </pc:picChg>
        <pc:picChg chg="add del mod ord">
          <ac:chgData name="Oliver Egloff" userId="5d7ff64e220dfa8f" providerId="LiveId" clId="{56B5759B-78F2-4C65-89B0-6AA999F36E12}" dt="2020-05-12T18:47:49.676" v="1308" actId="478"/>
          <ac:picMkLst>
            <pc:docMk/>
            <pc:sldMk cId="1450582451" sldId="485"/>
            <ac:picMk id="5" creationId="{16B87B13-E02F-4B56-82DB-7FE7579D3A9B}"/>
          </ac:picMkLst>
        </pc:picChg>
        <pc:picChg chg="add del mod">
          <ac:chgData name="Oliver Egloff" userId="5d7ff64e220dfa8f" providerId="LiveId" clId="{56B5759B-78F2-4C65-89B0-6AA999F36E12}" dt="2020-05-12T18:48:20.325" v="1321" actId="478"/>
          <ac:picMkLst>
            <pc:docMk/>
            <pc:sldMk cId="1450582451" sldId="485"/>
            <ac:picMk id="7" creationId="{4BAAC045-307E-487E-B33A-16D76A2BF41C}"/>
          </ac:picMkLst>
        </pc:picChg>
        <pc:picChg chg="add del mod ord">
          <ac:chgData name="Oliver Egloff" userId="5d7ff64e220dfa8f" providerId="LiveId" clId="{56B5759B-78F2-4C65-89B0-6AA999F36E12}" dt="2020-05-15T14:44:10.550" v="1400" actId="21"/>
          <ac:picMkLst>
            <pc:docMk/>
            <pc:sldMk cId="1450582451" sldId="485"/>
            <ac:picMk id="19" creationId="{A699311D-B891-42D4-B09A-B1A00A4D3979}"/>
          </ac:picMkLst>
        </pc:picChg>
        <pc:picChg chg="add del mod">
          <ac:chgData name="Oliver Egloff" userId="5d7ff64e220dfa8f" providerId="LiveId" clId="{56B5759B-78F2-4C65-89B0-6AA999F36E12}" dt="2020-05-10T18:32:35.501" v="492"/>
          <ac:picMkLst>
            <pc:docMk/>
            <pc:sldMk cId="1450582451" sldId="485"/>
            <ac:picMk id="85" creationId="{484F0334-5A10-4316-832B-A7D3521C7A6F}"/>
          </ac:picMkLst>
        </pc:picChg>
        <pc:picChg chg="add del mod">
          <ac:chgData name="Oliver Egloff" userId="5d7ff64e220dfa8f" providerId="LiveId" clId="{56B5759B-78F2-4C65-89B0-6AA999F36E12}" dt="2020-05-10T18:32:37.252" v="494"/>
          <ac:picMkLst>
            <pc:docMk/>
            <pc:sldMk cId="1450582451" sldId="485"/>
            <ac:picMk id="87" creationId="{D2DF9296-EA93-4029-BF8D-A00882A22628}"/>
          </ac:picMkLst>
        </pc:picChg>
        <pc:picChg chg="add del mod">
          <ac:chgData name="Oliver Egloff" userId="5d7ff64e220dfa8f" providerId="LiveId" clId="{56B5759B-78F2-4C65-89B0-6AA999F36E12}" dt="2020-05-10T18:32:38.860" v="496"/>
          <ac:picMkLst>
            <pc:docMk/>
            <pc:sldMk cId="1450582451" sldId="485"/>
            <ac:picMk id="89" creationId="{98088E83-C228-47E3-9DC1-8E9A651A552E}"/>
          </ac:picMkLst>
        </pc:picChg>
        <pc:picChg chg="add del mod">
          <ac:chgData name="Oliver Egloff" userId="5d7ff64e220dfa8f" providerId="LiveId" clId="{56B5759B-78F2-4C65-89B0-6AA999F36E12}" dt="2020-05-10T18:32:47.902" v="501"/>
          <ac:picMkLst>
            <pc:docMk/>
            <pc:sldMk cId="1450582451" sldId="485"/>
            <ac:picMk id="91" creationId="{E0D63B03-9B0C-4D20-98A0-293CDE262EA6}"/>
          </ac:picMkLst>
        </pc:picChg>
        <pc:picChg chg="add mod">
          <ac:chgData name="Oliver Egloff" userId="5d7ff64e220dfa8f" providerId="LiveId" clId="{56B5759B-78F2-4C65-89B0-6AA999F36E12}" dt="2020-05-12T18:49:22.070" v="1322" actId="14826"/>
          <ac:picMkLst>
            <pc:docMk/>
            <pc:sldMk cId="1450582451" sldId="485"/>
            <ac:picMk id="93" creationId="{C35C63D0-32A8-45D0-B2E1-9DD8C6B9BB9A}"/>
          </ac:picMkLst>
        </pc:picChg>
        <pc:picChg chg="add del mod modCrop">
          <ac:chgData name="Oliver Egloff" userId="5d7ff64e220dfa8f" providerId="LiveId" clId="{56B5759B-78F2-4C65-89B0-6AA999F36E12}" dt="2020-05-11T17:34:56.492" v="839" actId="21"/>
          <ac:picMkLst>
            <pc:docMk/>
            <pc:sldMk cId="1450582451" sldId="485"/>
            <ac:picMk id="94" creationId="{AC197FF4-CFA5-4EC5-8F63-A90FC1D6A562}"/>
          </ac:picMkLst>
        </pc:picChg>
        <pc:cxnChg chg="add del mod">
          <ac:chgData name="Oliver Egloff" userId="5d7ff64e220dfa8f" providerId="LiveId" clId="{56B5759B-78F2-4C65-89B0-6AA999F36E12}" dt="2020-05-10T18:04:00.483" v="216" actId="478"/>
          <ac:cxnSpMkLst>
            <pc:docMk/>
            <pc:sldMk cId="1450582451" sldId="485"/>
            <ac:cxnSpMk id="29" creationId="{00000000-0000-0000-0000-000000000000}"/>
          </ac:cxnSpMkLst>
        </pc:cxnChg>
        <pc:cxnChg chg="del">
          <ac:chgData name="Oliver Egloff" userId="5d7ff64e220dfa8f" providerId="LiveId" clId="{56B5759B-78F2-4C65-89B0-6AA999F36E12}" dt="2020-05-10T18:22:11.620" v="456" actId="478"/>
          <ac:cxnSpMkLst>
            <pc:docMk/>
            <pc:sldMk cId="1450582451" sldId="485"/>
            <ac:cxnSpMk id="36" creationId="{00000000-0000-0000-0000-000000000000}"/>
          </ac:cxnSpMkLst>
        </pc:cxnChg>
        <pc:cxnChg chg="del">
          <ac:chgData name="Oliver Egloff" userId="5d7ff64e220dfa8f" providerId="LiveId" clId="{56B5759B-78F2-4C65-89B0-6AA999F36E12}" dt="2020-05-10T18:21:47.188" v="433" actId="478"/>
          <ac:cxnSpMkLst>
            <pc:docMk/>
            <pc:sldMk cId="1450582451" sldId="485"/>
            <ac:cxnSpMk id="40" creationId="{00000000-0000-0000-0000-000000000000}"/>
          </ac:cxnSpMkLst>
        </pc:cxnChg>
        <pc:cxnChg chg="del">
          <ac:chgData name="Oliver Egloff" userId="5d7ff64e220dfa8f" providerId="LiveId" clId="{56B5759B-78F2-4C65-89B0-6AA999F36E12}" dt="2020-05-10T18:21:50.107" v="437" actId="478"/>
          <ac:cxnSpMkLst>
            <pc:docMk/>
            <pc:sldMk cId="1450582451" sldId="485"/>
            <ac:cxnSpMk id="44" creationId="{00000000-0000-0000-0000-000000000000}"/>
          </ac:cxnSpMkLst>
        </pc:cxnChg>
        <pc:cxnChg chg="del mod">
          <ac:chgData name="Oliver Egloff" userId="5d7ff64e220dfa8f" providerId="LiveId" clId="{56B5759B-78F2-4C65-89B0-6AA999F36E12}" dt="2020-05-10T18:21:21.363" v="410" actId="478"/>
          <ac:cxnSpMkLst>
            <pc:docMk/>
            <pc:sldMk cId="1450582451" sldId="485"/>
            <ac:cxnSpMk id="46" creationId="{00000000-0000-0000-0000-000000000000}"/>
          </ac:cxnSpMkLst>
        </pc:cxnChg>
        <pc:cxnChg chg="del">
          <ac:chgData name="Oliver Egloff" userId="5d7ff64e220dfa8f" providerId="LiveId" clId="{56B5759B-78F2-4C65-89B0-6AA999F36E12}" dt="2020-05-10T18:21:26.523" v="416" actId="478"/>
          <ac:cxnSpMkLst>
            <pc:docMk/>
            <pc:sldMk cId="1450582451" sldId="485"/>
            <ac:cxnSpMk id="47" creationId="{00000000-0000-0000-0000-000000000000}"/>
          </ac:cxnSpMkLst>
        </pc:cxnChg>
        <pc:cxnChg chg="del">
          <ac:chgData name="Oliver Egloff" userId="5d7ff64e220dfa8f" providerId="LiveId" clId="{56B5759B-78F2-4C65-89B0-6AA999F36E12}" dt="2020-05-10T18:21:34.419" v="422" actId="478"/>
          <ac:cxnSpMkLst>
            <pc:docMk/>
            <pc:sldMk cId="1450582451" sldId="485"/>
            <ac:cxnSpMk id="48" creationId="{00000000-0000-0000-0000-000000000000}"/>
          </ac:cxnSpMkLst>
        </pc:cxnChg>
        <pc:cxnChg chg="del">
          <ac:chgData name="Oliver Egloff" userId="5d7ff64e220dfa8f" providerId="LiveId" clId="{56B5759B-78F2-4C65-89B0-6AA999F36E12}" dt="2020-05-10T18:22:07.835" v="452" actId="478"/>
          <ac:cxnSpMkLst>
            <pc:docMk/>
            <pc:sldMk cId="1450582451" sldId="485"/>
            <ac:cxnSpMk id="49" creationId="{00000000-0000-0000-0000-000000000000}"/>
          </ac:cxnSpMkLst>
        </pc:cxnChg>
        <pc:cxnChg chg="del">
          <ac:chgData name="Oliver Egloff" userId="5d7ff64e220dfa8f" providerId="LiveId" clId="{56B5759B-78F2-4C65-89B0-6AA999F36E12}" dt="2020-05-10T18:21:59.676" v="445" actId="478"/>
          <ac:cxnSpMkLst>
            <pc:docMk/>
            <pc:sldMk cId="1450582451" sldId="485"/>
            <ac:cxnSpMk id="50" creationId="{00000000-0000-0000-0000-000000000000}"/>
          </ac:cxnSpMkLst>
        </pc:cxnChg>
        <pc:cxnChg chg="del">
          <ac:chgData name="Oliver Egloff" userId="5d7ff64e220dfa8f" providerId="LiveId" clId="{56B5759B-78F2-4C65-89B0-6AA999F36E12}" dt="2020-05-10T18:21:53.349" v="438" actId="478"/>
          <ac:cxnSpMkLst>
            <pc:docMk/>
            <pc:sldMk cId="1450582451" sldId="485"/>
            <ac:cxnSpMk id="51" creationId="{00000000-0000-0000-0000-000000000000}"/>
          </ac:cxnSpMkLst>
        </pc:cxnChg>
      </pc:sldChg>
      <pc:sldChg chg="addSp delSp modSp add del mod ord delAnim modAnim">
        <pc:chgData name="Oliver Egloff" userId="5d7ff64e220dfa8f" providerId="LiveId" clId="{56B5759B-78F2-4C65-89B0-6AA999F36E12}" dt="2020-05-15T15:15:21.689" v="1448" actId="47"/>
        <pc:sldMkLst>
          <pc:docMk/>
          <pc:sldMk cId="521693873" sldId="486"/>
        </pc:sldMkLst>
        <pc:spChg chg="mod">
          <ac:chgData name="Oliver Egloff" userId="5d7ff64e220dfa8f" providerId="LiveId" clId="{56B5759B-78F2-4C65-89B0-6AA999F36E12}" dt="2020-05-10T18:05:38.553" v="262" actId="20577"/>
          <ac:spMkLst>
            <pc:docMk/>
            <pc:sldMk cId="521693873" sldId="486"/>
            <ac:spMk id="2" creationId="{00000000-0000-0000-0000-000000000000}"/>
          </ac:spMkLst>
        </pc:spChg>
        <pc:spChg chg="mod">
          <ac:chgData name="Oliver Egloff" userId="5d7ff64e220dfa8f" providerId="LiveId" clId="{56B5759B-78F2-4C65-89B0-6AA999F36E12}" dt="2020-05-10T18:05:40.735" v="263"/>
          <ac:spMkLst>
            <pc:docMk/>
            <pc:sldMk cId="521693873" sldId="486"/>
            <ac:spMk id="3" creationId="{00000000-0000-0000-0000-000000000000}"/>
          </ac:spMkLst>
        </pc:spChg>
        <pc:spChg chg="add mod">
          <ac:chgData name="Oliver Egloff" userId="5d7ff64e220dfa8f" providerId="LiveId" clId="{56B5759B-78F2-4C65-89B0-6AA999F36E12}" dt="2020-05-10T18:07:20.457" v="283" actId="478"/>
          <ac:spMkLst>
            <pc:docMk/>
            <pc:sldMk cId="521693873" sldId="486"/>
            <ac:spMk id="7" creationId="{30B7834B-1D57-491F-B2F7-FAF60479CB33}"/>
          </ac:spMkLst>
        </pc:spChg>
        <pc:spChg chg="mod">
          <ac:chgData name="Oliver Egloff" userId="5d7ff64e220dfa8f" providerId="LiveId" clId="{56B5759B-78F2-4C65-89B0-6AA999F36E12}" dt="2020-05-10T18:07:16.105" v="282" actId="20577"/>
          <ac:spMkLst>
            <pc:docMk/>
            <pc:sldMk cId="521693873" sldId="486"/>
            <ac:spMk id="8" creationId="{00000000-0000-0000-0000-000000000000}"/>
          </ac:spMkLst>
        </pc:spChg>
        <pc:spChg chg="del mod">
          <ac:chgData name="Oliver Egloff" userId="5d7ff64e220dfa8f" providerId="LiveId" clId="{56B5759B-78F2-4C65-89B0-6AA999F36E12}" dt="2020-05-10T18:07:20.457" v="283" actId="478"/>
          <ac:spMkLst>
            <pc:docMk/>
            <pc:sldMk cId="521693873" sldId="486"/>
            <ac:spMk id="9" creationId="{00000000-0000-0000-0000-000000000000}"/>
          </ac:spMkLst>
        </pc:spChg>
        <pc:spChg chg="add del">
          <ac:chgData name="Oliver Egloff" userId="5d7ff64e220dfa8f" providerId="LiveId" clId="{56B5759B-78F2-4C65-89B0-6AA999F36E12}" dt="2020-05-10T18:05:01.427" v="227"/>
          <ac:spMkLst>
            <pc:docMk/>
            <pc:sldMk cId="521693873" sldId="486"/>
            <ac:spMk id="16" creationId="{00000000-0000-0000-0000-000000000000}"/>
          </ac:spMkLst>
        </pc:spChg>
        <pc:spChg chg="add del">
          <ac:chgData name="Oliver Egloff" userId="5d7ff64e220dfa8f" providerId="LiveId" clId="{56B5759B-78F2-4C65-89B0-6AA999F36E12}" dt="2020-05-10T18:07:05.270" v="264" actId="931"/>
          <ac:spMkLst>
            <pc:docMk/>
            <pc:sldMk cId="521693873" sldId="486"/>
            <ac:spMk id="17" creationId="{00000000-0000-0000-0000-000000000000}"/>
          </ac:spMkLst>
        </pc:spChg>
        <pc:picChg chg="add mod">
          <ac:chgData name="Oliver Egloff" userId="5d7ff64e220dfa8f" providerId="LiveId" clId="{56B5759B-78F2-4C65-89B0-6AA999F36E12}" dt="2020-05-10T18:07:07.853" v="265" actId="27614"/>
          <ac:picMkLst>
            <pc:docMk/>
            <pc:sldMk cId="521693873" sldId="486"/>
            <ac:picMk id="5" creationId="{5754CABF-DB21-4B43-9FFD-B84F11B90350}"/>
          </ac:picMkLst>
        </pc:picChg>
      </pc:sldChg>
      <pc:sldChg chg="addSp delSp modSp add mod modAnim">
        <pc:chgData name="Oliver Egloff" userId="5d7ff64e220dfa8f" providerId="LiveId" clId="{56B5759B-78F2-4C65-89B0-6AA999F36E12}" dt="2020-05-15T17:16:07.160" v="1578" actId="1076"/>
        <pc:sldMkLst>
          <pc:docMk/>
          <pc:sldMk cId="2474228777" sldId="487"/>
        </pc:sldMkLst>
        <pc:spChg chg="mod">
          <ac:chgData name="Oliver Egloff" userId="5d7ff64e220dfa8f" providerId="LiveId" clId="{56B5759B-78F2-4C65-89B0-6AA999F36E12}" dt="2020-05-10T18:45:16.503" v="698" actId="108"/>
          <ac:spMkLst>
            <pc:docMk/>
            <pc:sldMk cId="2474228777" sldId="487"/>
            <ac:spMk id="2" creationId="{00000000-0000-0000-0000-000000000000}"/>
          </ac:spMkLst>
        </pc:spChg>
        <pc:spChg chg="del">
          <ac:chgData name="Oliver Egloff" userId="5d7ff64e220dfa8f" providerId="LiveId" clId="{56B5759B-78F2-4C65-89B0-6AA999F36E12}" dt="2020-05-11T18:31:48.448" v="1236" actId="478"/>
          <ac:spMkLst>
            <pc:docMk/>
            <pc:sldMk cId="2474228777" sldId="487"/>
            <ac:spMk id="3" creationId="{00000000-0000-0000-0000-000000000000}"/>
          </ac:spMkLst>
        </pc:spChg>
        <pc:spChg chg="mod">
          <ac:chgData name="Oliver Egloff" userId="5d7ff64e220dfa8f" providerId="LiveId" clId="{56B5759B-78F2-4C65-89B0-6AA999F36E12}" dt="2020-05-10T18:41:00.565" v="573" actId="20577"/>
          <ac:spMkLst>
            <pc:docMk/>
            <pc:sldMk cId="2474228777" sldId="487"/>
            <ac:spMk id="4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41:11.783" v="574" actId="478"/>
          <ac:spMkLst>
            <pc:docMk/>
            <pc:sldMk cId="2474228777" sldId="487"/>
            <ac:spMk id="5" creationId="{00000000-0000-0000-0000-000000000000}"/>
          </ac:spMkLst>
        </pc:spChg>
        <pc:spChg chg="add del mod">
          <ac:chgData name="Oliver Egloff" userId="5d7ff64e220dfa8f" providerId="LiveId" clId="{56B5759B-78F2-4C65-89B0-6AA999F36E12}" dt="2020-05-11T18:31:51.484" v="1237" actId="478"/>
          <ac:spMkLst>
            <pc:docMk/>
            <pc:sldMk cId="2474228777" sldId="487"/>
            <ac:spMk id="6" creationId="{7899833D-B199-4AF2-A8C0-00655364B9DF}"/>
          </ac:spMkLst>
        </pc:spChg>
        <pc:spChg chg="add mod">
          <ac:chgData name="Oliver Egloff" userId="5d7ff64e220dfa8f" providerId="LiveId" clId="{56B5759B-78F2-4C65-89B0-6AA999F36E12}" dt="2020-05-10T18:41:22.559" v="577"/>
          <ac:spMkLst>
            <pc:docMk/>
            <pc:sldMk cId="2474228777" sldId="487"/>
            <ac:spMk id="7" creationId="{98A03E3E-67EC-4A30-8439-F01AFA06F9CE}"/>
          </ac:spMkLst>
        </pc:spChg>
        <pc:spChg chg="del">
          <ac:chgData name="Oliver Egloff" userId="5d7ff64e220dfa8f" providerId="LiveId" clId="{56B5759B-78F2-4C65-89B0-6AA999F36E12}" dt="2020-05-10T18:40:53.501" v="556" actId="478"/>
          <ac:spMkLst>
            <pc:docMk/>
            <pc:sldMk cId="2474228777" sldId="487"/>
            <ac:spMk id="63" creationId="{00000000-0000-0000-0000-000000000000}"/>
          </ac:spMkLst>
        </pc:spChg>
        <pc:spChg chg="add del mod">
          <ac:chgData name="Oliver Egloff" userId="5d7ff64e220dfa8f" providerId="LiveId" clId="{56B5759B-78F2-4C65-89B0-6AA999F36E12}" dt="2020-05-10T18:41:13.847" v="576"/>
          <ac:spMkLst>
            <pc:docMk/>
            <pc:sldMk cId="2474228777" sldId="487"/>
            <ac:spMk id="65" creationId="{01C0E18C-4DF9-40B0-BACA-693071336202}"/>
          </ac:spMkLst>
        </pc:spChg>
        <pc:spChg chg="mod">
          <ac:chgData name="Oliver Egloff" userId="5d7ff64e220dfa8f" providerId="LiveId" clId="{56B5759B-78F2-4C65-89B0-6AA999F36E12}" dt="2020-05-12T18:51:48.556" v="1357" actId="20577"/>
          <ac:spMkLst>
            <pc:docMk/>
            <pc:sldMk cId="2474228777" sldId="487"/>
            <ac:spMk id="149" creationId="{00000000-0000-0000-0000-000000000000}"/>
          </ac:spMkLst>
        </pc:spChg>
        <pc:spChg chg="mod">
          <ac:chgData name="Oliver Egloff" userId="5d7ff64e220dfa8f" providerId="LiveId" clId="{56B5759B-78F2-4C65-89B0-6AA999F36E12}" dt="2020-05-10T18:43:15.378" v="650" actId="1076"/>
          <ac:spMkLst>
            <pc:docMk/>
            <pc:sldMk cId="2474228777" sldId="487"/>
            <ac:spMk id="150" creationId="{00000000-0000-0000-0000-000000000000}"/>
          </ac:spMkLst>
        </pc:spChg>
        <pc:spChg chg="mod">
          <ac:chgData name="Oliver Egloff" userId="5d7ff64e220dfa8f" providerId="LiveId" clId="{56B5759B-78F2-4C65-89B0-6AA999F36E12}" dt="2020-05-12T18:51:52.844" v="1359" actId="20577"/>
          <ac:spMkLst>
            <pc:docMk/>
            <pc:sldMk cId="2474228777" sldId="487"/>
            <ac:spMk id="151" creationId="{00000000-0000-0000-0000-000000000000}"/>
          </ac:spMkLst>
        </pc:spChg>
        <pc:spChg chg="mod">
          <ac:chgData name="Oliver Egloff" userId="5d7ff64e220dfa8f" providerId="LiveId" clId="{56B5759B-78F2-4C65-89B0-6AA999F36E12}" dt="2020-05-10T18:44:40.034" v="691" actId="113"/>
          <ac:spMkLst>
            <pc:docMk/>
            <pc:sldMk cId="2474228777" sldId="487"/>
            <ac:spMk id="152" creationId="{00000000-0000-0000-0000-000000000000}"/>
          </ac:spMkLst>
        </pc:spChg>
        <pc:spChg chg="mod">
          <ac:chgData name="Oliver Egloff" userId="5d7ff64e220dfa8f" providerId="LiveId" clId="{56B5759B-78F2-4C65-89B0-6AA999F36E12}" dt="2020-05-11T17:26:05.804" v="837" actId="20577"/>
          <ac:spMkLst>
            <pc:docMk/>
            <pc:sldMk cId="2474228777" sldId="487"/>
            <ac:spMk id="153" creationId="{00000000-0000-0000-0000-000000000000}"/>
          </ac:spMkLst>
        </pc:spChg>
        <pc:spChg chg="mod">
          <ac:chgData name="Oliver Egloff" userId="5d7ff64e220dfa8f" providerId="LiveId" clId="{56B5759B-78F2-4C65-89B0-6AA999F36E12}" dt="2020-05-10T18:43:15.378" v="650" actId="1076"/>
          <ac:spMkLst>
            <pc:docMk/>
            <pc:sldMk cId="2474228777" sldId="487"/>
            <ac:spMk id="154" creationId="{00000000-0000-0000-0000-000000000000}"/>
          </ac:spMkLst>
        </pc:spChg>
        <pc:spChg chg="mod">
          <ac:chgData name="Oliver Egloff" userId="5d7ff64e220dfa8f" providerId="LiveId" clId="{56B5759B-78F2-4C65-89B0-6AA999F36E12}" dt="2020-05-10T19:30:10.209" v="815" actId="20577"/>
          <ac:spMkLst>
            <pc:docMk/>
            <pc:sldMk cId="2474228777" sldId="487"/>
            <ac:spMk id="155" creationId="{00000000-0000-0000-0000-000000000000}"/>
          </ac:spMkLst>
        </pc:spChg>
        <pc:spChg chg="mod">
          <ac:chgData name="Oliver Egloff" userId="5d7ff64e220dfa8f" providerId="LiveId" clId="{56B5759B-78F2-4C65-89B0-6AA999F36E12}" dt="2020-05-10T18:44:44.424" v="692" actId="113"/>
          <ac:spMkLst>
            <pc:docMk/>
            <pc:sldMk cId="2474228777" sldId="487"/>
            <ac:spMk id="156" creationId="{00000000-0000-0000-0000-000000000000}"/>
          </ac:spMkLst>
        </pc:spChg>
        <pc:spChg chg="mod">
          <ac:chgData name="Oliver Egloff" userId="5d7ff64e220dfa8f" providerId="LiveId" clId="{56B5759B-78F2-4C65-89B0-6AA999F36E12}" dt="2020-05-15T17:16:07.160" v="1578" actId="1076"/>
          <ac:spMkLst>
            <pc:docMk/>
            <pc:sldMk cId="2474228777" sldId="487"/>
            <ac:spMk id="161" creationId="{00000000-0000-0000-0000-000000000000}"/>
          </ac:spMkLst>
        </pc:spChg>
        <pc:spChg chg="mod">
          <ac:chgData name="Oliver Egloff" userId="5d7ff64e220dfa8f" providerId="LiveId" clId="{56B5759B-78F2-4C65-89B0-6AA999F36E12}" dt="2020-05-15T17:16:07.160" v="1578" actId="1076"/>
          <ac:spMkLst>
            <pc:docMk/>
            <pc:sldMk cId="2474228777" sldId="487"/>
            <ac:spMk id="162" creationId="{00000000-0000-0000-0000-000000000000}"/>
          </ac:spMkLst>
        </pc:spChg>
        <pc:spChg chg="mod">
          <ac:chgData name="Oliver Egloff" userId="5d7ff64e220dfa8f" providerId="LiveId" clId="{56B5759B-78F2-4C65-89B0-6AA999F36E12}" dt="2020-05-15T17:16:07.160" v="1578" actId="1076"/>
          <ac:spMkLst>
            <pc:docMk/>
            <pc:sldMk cId="2474228777" sldId="487"/>
            <ac:spMk id="163" creationId="{00000000-0000-0000-0000-000000000000}"/>
          </ac:spMkLst>
        </pc:spChg>
        <pc:spChg chg="mod">
          <ac:chgData name="Oliver Egloff" userId="5d7ff64e220dfa8f" providerId="LiveId" clId="{56B5759B-78F2-4C65-89B0-6AA999F36E12}" dt="2020-05-15T17:16:07.160" v="1578" actId="1076"/>
          <ac:spMkLst>
            <pc:docMk/>
            <pc:sldMk cId="2474228777" sldId="487"/>
            <ac:spMk id="164" creationId="{00000000-0000-0000-0000-000000000000}"/>
          </ac:spMkLst>
        </pc:spChg>
        <pc:spChg chg="mod">
          <ac:chgData name="Oliver Egloff" userId="5d7ff64e220dfa8f" providerId="LiveId" clId="{56B5759B-78F2-4C65-89B0-6AA999F36E12}" dt="2020-05-15T17:16:07.160" v="1578" actId="1076"/>
          <ac:spMkLst>
            <pc:docMk/>
            <pc:sldMk cId="2474228777" sldId="487"/>
            <ac:spMk id="165" creationId="{00000000-0000-0000-0000-000000000000}"/>
          </ac:spMkLst>
        </pc:spChg>
        <pc:spChg chg="mod">
          <ac:chgData name="Oliver Egloff" userId="5d7ff64e220dfa8f" providerId="LiveId" clId="{56B5759B-78F2-4C65-89B0-6AA999F36E12}" dt="2020-05-15T17:16:07.160" v="1578" actId="1076"/>
          <ac:spMkLst>
            <pc:docMk/>
            <pc:sldMk cId="2474228777" sldId="487"/>
            <ac:spMk id="166" creationId="{00000000-0000-0000-0000-000000000000}"/>
          </ac:spMkLst>
        </pc:spChg>
        <pc:spChg chg="mod">
          <ac:chgData name="Oliver Egloff" userId="5d7ff64e220dfa8f" providerId="LiveId" clId="{56B5759B-78F2-4C65-89B0-6AA999F36E12}" dt="2020-05-15T17:16:07.160" v="1578" actId="1076"/>
          <ac:spMkLst>
            <pc:docMk/>
            <pc:sldMk cId="2474228777" sldId="487"/>
            <ac:spMk id="167" creationId="{00000000-0000-0000-0000-000000000000}"/>
          </ac:spMkLst>
        </pc:spChg>
        <pc:spChg chg="mod">
          <ac:chgData name="Oliver Egloff" userId="5d7ff64e220dfa8f" providerId="LiveId" clId="{56B5759B-78F2-4C65-89B0-6AA999F36E12}" dt="2020-05-15T17:16:07.160" v="1578" actId="1076"/>
          <ac:spMkLst>
            <pc:docMk/>
            <pc:sldMk cId="2474228777" sldId="487"/>
            <ac:spMk id="168" creationId="{00000000-0000-0000-0000-000000000000}"/>
          </ac:spMkLst>
        </pc:spChg>
        <pc:spChg chg="mod">
          <ac:chgData name="Oliver Egloff" userId="5d7ff64e220dfa8f" providerId="LiveId" clId="{56B5759B-78F2-4C65-89B0-6AA999F36E12}" dt="2020-05-15T17:16:07.160" v="1578" actId="1076"/>
          <ac:spMkLst>
            <pc:docMk/>
            <pc:sldMk cId="2474228777" sldId="487"/>
            <ac:spMk id="169" creationId="{00000000-0000-0000-0000-000000000000}"/>
          </ac:spMkLst>
        </pc:spChg>
        <pc:spChg chg="mod">
          <ac:chgData name="Oliver Egloff" userId="5d7ff64e220dfa8f" providerId="LiveId" clId="{56B5759B-78F2-4C65-89B0-6AA999F36E12}" dt="2020-05-15T17:16:07.160" v="1578" actId="1076"/>
          <ac:spMkLst>
            <pc:docMk/>
            <pc:sldMk cId="2474228777" sldId="487"/>
            <ac:spMk id="170" creationId="{00000000-0000-0000-0000-000000000000}"/>
          </ac:spMkLst>
        </pc:spChg>
        <pc:spChg chg="mod">
          <ac:chgData name="Oliver Egloff" userId="5d7ff64e220dfa8f" providerId="LiveId" clId="{56B5759B-78F2-4C65-89B0-6AA999F36E12}" dt="2020-05-15T17:16:07.160" v="1578" actId="1076"/>
          <ac:spMkLst>
            <pc:docMk/>
            <pc:sldMk cId="2474228777" sldId="487"/>
            <ac:spMk id="171" creationId="{00000000-0000-0000-0000-000000000000}"/>
          </ac:spMkLst>
        </pc:spChg>
        <pc:spChg chg="mod">
          <ac:chgData name="Oliver Egloff" userId="5d7ff64e220dfa8f" providerId="LiveId" clId="{56B5759B-78F2-4C65-89B0-6AA999F36E12}" dt="2020-05-15T17:16:07.160" v="1578" actId="1076"/>
          <ac:spMkLst>
            <pc:docMk/>
            <pc:sldMk cId="2474228777" sldId="487"/>
            <ac:spMk id="172" creationId="{00000000-0000-0000-0000-000000000000}"/>
          </ac:spMkLst>
        </pc:spChg>
        <pc:spChg chg="mod">
          <ac:chgData name="Oliver Egloff" userId="5d7ff64e220dfa8f" providerId="LiveId" clId="{56B5759B-78F2-4C65-89B0-6AA999F36E12}" dt="2020-05-15T17:16:07.160" v="1578" actId="1076"/>
          <ac:spMkLst>
            <pc:docMk/>
            <pc:sldMk cId="2474228777" sldId="487"/>
            <ac:spMk id="173" creationId="{00000000-0000-0000-0000-000000000000}"/>
          </ac:spMkLst>
        </pc:spChg>
        <pc:spChg chg="mod">
          <ac:chgData name="Oliver Egloff" userId="5d7ff64e220dfa8f" providerId="LiveId" clId="{56B5759B-78F2-4C65-89B0-6AA999F36E12}" dt="2020-05-15T17:16:07.160" v="1578" actId="1076"/>
          <ac:spMkLst>
            <pc:docMk/>
            <pc:sldMk cId="2474228777" sldId="487"/>
            <ac:spMk id="174" creationId="{00000000-0000-0000-0000-000000000000}"/>
          </ac:spMkLst>
        </pc:spChg>
        <pc:spChg chg="mod">
          <ac:chgData name="Oliver Egloff" userId="5d7ff64e220dfa8f" providerId="LiveId" clId="{56B5759B-78F2-4C65-89B0-6AA999F36E12}" dt="2020-05-15T17:16:07.160" v="1578" actId="1076"/>
          <ac:spMkLst>
            <pc:docMk/>
            <pc:sldMk cId="2474228777" sldId="487"/>
            <ac:spMk id="175" creationId="{00000000-0000-0000-0000-000000000000}"/>
          </ac:spMkLst>
        </pc:spChg>
        <pc:spChg chg="mod">
          <ac:chgData name="Oliver Egloff" userId="5d7ff64e220dfa8f" providerId="LiveId" clId="{56B5759B-78F2-4C65-89B0-6AA999F36E12}" dt="2020-05-11T18:29:54.783" v="1234" actId="20577"/>
          <ac:spMkLst>
            <pc:docMk/>
            <pc:sldMk cId="2474228777" sldId="487"/>
            <ac:spMk id="179" creationId="{00000000-0000-0000-0000-000000000000}"/>
          </ac:spMkLst>
        </pc:spChg>
        <pc:spChg chg="mod">
          <ac:chgData name="Oliver Egloff" userId="5d7ff64e220dfa8f" providerId="LiveId" clId="{56B5759B-78F2-4C65-89B0-6AA999F36E12}" dt="2020-05-11T18:29:53.894" v="1232" actId="20577"/>
          <ac:spMkLst>
            <pc:docMk/>
            <pc:sldMk cId="2474228777" sldId="487"/>
            <ac:spMk id="184" creationId="{00000000-0000-0000-0000-000000000000}"/>
          </ac:spMkLst>
        </pc:spChg>
        <pc:grpChg chg="mod">
          <ac:chgData name="Oliver Egloff" userId="5d7ff64e220dfa8f" providerId="LiveId" clId="{56B5759B-78F2-4C65-89B0-6AA999F36E12}" dt="2020-05-15T17:16:07.160" v="1578" actId="1076"/>
          <ac:grpSpMkLst>
            <pc:docMk/>
            <pc:sldMk cId="2474228777" sldId="487"/>
            <ac:grpSpMk id="160" creationId="{00000000-0000-0000-0000-000000000000}"/>
          </ac:grpSpMkLst>
        </pc:grpChg>
      </pc:sldChg>
      <pc:sldChg chg="modSp add del mod">
        <pc:chgData name="Oliver Egloff" userId="5d7ff64e220dfa8f" providerId="LiveId" clId="{56B5759B-78F2-4C65-89B0-6AA999F36E12}" dt="2020-05-12T18:43:47.564" v="1285" actId="2696"/>
        <pc:sldMkLst>
          <pc:docMk/>
          <pc:sldMk cId="2096734568" sldId="488"/>
        </pc:sldMkLst>
        <pc:spChg chg="mod">
          <ac:chgData name="Oliver Egloff" userId="5d7ff64e220dfa8f" providerId="LiveId" clId="{56B5759B-78F2-4C65-89B0-6AA999F36E12}" dt="2020-05-10T18:48:07.373" v="728" actId="20577"/>
          <ac:spMkLst>
            <pc:docMk/>
            <pc:sldMk cId="2096734568" sldId="488"/>
            <ac:spMk id="2" creationId="{17A86B93-FA88-4751-AC06-E738F41E4623}"/>
          </ac:spMkLst>
        </pc:spChg>
        <pc:spChg chg="mod">
          <ac:chgData name="Oliver Egloff" userId="5d7ff64e220dfa8f" providerId="LiveId" clId="{56B5759B-78F2-4C65-89B0-6AA999F36E12}" dt="2020-05-11T18:09:13.411" v="852" actId="20577"/>
          <ac:spMkLst>
            <pc:docMk/>
            <pc:sldMk cId="2096734568" sldId="488"/>
            <ac:spMk id="3" creationId="{4D529BD4-11C5-41B9-A634-C2801A58AF2D}"/>
          </ac:spMkLst>
        </pc:spChg>
        <pc:spChg chg="mod">
          <ac:chgData name="Oliver Egloff" userId="5d7ff64e220dfa8f" providerId="LiveId" clId="{56B5759B-78F2-4C65-89B0-6AA999F36E12}" dt="2020-05-10T18:48:13.541" v="730" actId="20577"/>
          <ac:spMkLst>
            <pc:docMk/>
            <pc:sldMk cId="2096734568" sldId="488"/>
            <ac:spMk id="6" creationId="{431DADAE-4884-41B9-A700-3367E175D8CE}"/>
          </ac:spMkLst>
        </pc:spChg>
      </pc:sldChg>
      <pc:sldChg chg="modSp add mod">
        <pc:chgData name="Oliver Egloff" userId="5d7ff64e220dfa8f" providerId="LiveId" clId="{56B5759B-78F2-4C65-89B0-6AA999F36E12}" dt="2020-05-10T18:48:31.405" v="738" actId="20577"/>
        <pc:sldMkLst>
          <pc:docMk/>
          <pc:sldMk cId="4025911472" sldId="489"/>
        </pc:sldMkLst>
        <pc:spChg chg="mod">
          <ac:chgData name="Oliver Egloff" userId="5d7ff64e220dfa8f" providerId="LiveId" clId="{56B5759B-78F2-4C65-89B0-6AA999F36E12}" dt="2020-05-10T18:48:31.405" v="738" actId="20577"/>
          <ac:spMkLst>
            <pc:docMk/>
            <pc:sldMk cId="4025911472" sldId="489"/>
            <ac:spMk id="2" creationId="{17A86B93-FA88-4751-AC06-E738F41E4623}"/>
          </ac:spMkLst>
        </pc:spChg>
      </pc:sldChg>
      <pc:sldChg chg="delSp modSp add del mod">
        <pc:chgData name="Oliver Egloff" userId="5d7ff64e220dfa8f" providerId="LiveId" clId="{56B5759B-78F2-4C65-89B0-6AA999F36E12}" dt="2020-05-12T18:43:25.639" v="1281" actId="47"/>
        <pc:sldMkLst>
          <pc:docMk/>
          <pc:sldMk cId="2452305404" sldId="490"/>
        </pc:sldMkLst>
        <pc:spChg chg="mod">
          <ac:chgData name="Oliver Egloff" userId="5d7ff64e220dfa8f" providerId="LiveId" clId="{56B5759B-78F2-4C65-89B0-6AA999F36E12}" dt="2020-05-10T18:48:49.470" v="757" actId="20577"/>
          <ac:spMkLst>
            <pc:docMk/>
            <pc:sldMk cId="2452305404" sldId="490"/>
            <ac:spMk id="2" creationId="{17A86B93-FA88-4751-AC06-E738F41E4623}"/>
          </ac:spMkLst>
        </pc:spChg>
        <pc:spChg chg="mod">
          <ac:chgData name="Oliver Egloff" userId="5d7ff64e220dfa8f" providerId="LiveId" clId="{56B5759B-78F2-4C65-89B0-6AA999F36E12}" dt="2020-05-11T18:12:49.452" v="942" actId="20577"/>
          <ac:spMkLst>
            <pc:docMk/>
            <pc:sldMk cId="2452305404" sldId="490"/>
            <ac:spMk id="3" creationId="{4D529BD4-11C5-41B9-A634-C2801A58AF2D}"/>
          </ac:spMkLst>
        </pc:spChg>
        <pc:spChg chg="del">
          <ac:chgData name="Oliver Egloff" userId="5d7ff64e220dfa8f" providerId="LiveId" clId="{56B5759B-78F2-4C65-89B0-6AA999F36E12}" dt="2020-05-11T18:12:30.947" v="908" actId="478"/>
          <ac:spMkLst>
            <pc:docMk/>
            <pc:sldMk cId="2452305404" sldId="490"/>
            <ac:spMk id="6" creationId="{431DADAE-4884-41B9-A700-3367E175D8CE}"/>
          </ac:spMkLst>
        </pc:spChg>
      </pc:sldChg>
      <pc:sldChg chg="modSp add del modAnim">
        <pc:chgData name="Oliver Egloff" userId="5d7ff64e220dfa8f" providerId="LiveId" clId="{56B5759B-78F2-4C65-89B0-6AA999F36E12}" dt="2020-05-12T18:45:37.232" v="1287" actId="47"/>
        <pc:sldMkLst>
          <pc:docMk/>
          <pc:sldMk cId="2075912076" sldId="491"/>
        </pc:sldMkLst>
        <pc:spChg chg="mod">
          <ac:chgData name="Oliver Egloff" userId="5d7ff64e220dfa8f" providerId="LiveId" clId="{56B5759B-78F2-4C65-89B0-6AA999F36E12}" dt="2020-05-10T18:49:55.104" v="775" actId="20577"/>
          <ac:spMkLst>
            <pc:docMk/>
            <pc:sldMk cId="2075912076" sldId="491"/>
            <ac:spMk id="26" creationId="{00000000-0000-0000-0000-000000000000}"/>
          </ac:spMkLst>
        </pc:spChg>
      </pc:sldChg>
      <pc:sldChg chg="add del">
        <pc:chgData name="Oliver Egloff" userId="5d7ff64e220dfa8f" providerId="LiveId" clId="{56B5759B-78F2-4C65-89B0-6AA999F36E12}" dt="2020-05-12T18:45:46.691" v="1288" actId="47"/>
        <pc:sldMkLst>
          <pc:docMk/>
          <pc:sldMk cId="3746898889" sldId="492"/>
        </pc:sldMkLst>
      </pc:sldChg>
      <pc:sldChg chg="addSp delSp modSp add del mod delAnim">
        <pc:chgData name="Oliver Egloff" userId="5d7ff64e220dfa8f" providerId="LiveId" clId="{56B5759B-78F2-4C65-89B0-6AA999F36E12}" dt="2020-05-15T15:38:52.502" v="1512" actId="47"/>
        <pc:sldMkLst>
          <pc:docMk/>
          <pc:sldMk cId="2650499704" sldId="493"/>
        </pc:sldMkLst>
        <pc:spChg chg="del">
          <ac:chgData name="Oliver Egloff" userId="5d7ff64e220dfa8f" providerId="LiveId" clId="{56B5759B-78F2-4C65-89B0-6AA999F36E12}" dt="2020-05-10T18:52:19.424" v="787" actId="478"/>
          <ac:spMkLst>
            <pc:docMk/>
            <pc:sldMk cId="2650499704" sldId="493"/>
            <ac:spMk id="35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52:22.407" v="788" actId="478"/>
          <ac:spMkLst>
            <pc:docMk/>
            <pc:sldMk cId="2650499704" sldId="493"/>
            <ac:spMk id="36" creationId="{00000000-0000-0000-0000-000000000000}"/>
          </ac:spMkLst>
        </pc:spChg>
        <pc:spChg chg="mod">
          <ac:chgData name="Oliver Egloff" userId="5d7ff64e220dfa8f" providerId="LiveId" clId="{56B5759B-78F2-4C65-89B0-6AA999F36E12}" dt="2020-05-10T18:52:03.814" v="785" actId="20577"/>
          <ac:spMkLst>
            <pc:docMk/>
            <pc:sldMk cId="2650499704" sldId="493"/>
            <ac:spMk id="37" creationId="{00000000-0000-0000-0000-000000000000}"/>
          </ac:spMkLst>
        </pc:spChg>
        <pc:spChg chg="del">
          <ac:chgData name="Oliver Egloff" userId="5d7ff64e220dfa8f" providerId="LiveId" clId="{56B5759B-78F2-4C65-89B0-6AA999F36E12}" dt="2020-05-10T18:52:11.647" v="786" actId="478"/>
          <ac:spMkLst>
            <pc:docMk/>
            <pc:sldMk cId="2650499704" sldId="493"/>
            <ac:spMk id="38" creationId="{00000000-0000-0000-0000-000000000000}"/>
          </ac:spMkLst>
        </pc:spChg>
        <pc:picChg chg="add del mod">
          <ac:chgData name="Oliver Egloff" userId="5d7ff64e220dfa8f" providerId="LiveId" clId="{56B5759B-78F2-4C65-89B0-6AA999F36E12}" dt="2020-05-15T15:37:55.699" v="1508" actId="21"/>
          <ac:picMkLst>
            <pc:docMk/>
            <pc:sldMk cId="2650499704" sldId="493"/>
            <ac:picMk id="2" creationId="{320E3255-77CA-4A82-95CB-EDDA8D1D2454}"/>
          </ac:picMkLst>
        </pc:picChg>
      </pc:sldChg>
      <pc:sldChg chg="addSp delSp modSp add mod addAnim delAnim modAnim">
        <pc:chgData name="Oliver Egloff" userId="5d7ff64e220dfa8f" providerId="LiveId" clId="{56B5759B-78F2-4C65-89B0-6AA999F36E12}" dt="2020-05-15T17:04:57.066" v="1575"/>
        <pc:sldMkLst>
          <pc:docMk/>
          <pc:sldMk cId="3998238952" sldId="494"/>
        </pc:sldMkLst>
        <pc:spChg chg="mod">
          <ac:chgData name="Oliver Egloff" userId="5d7ff64e220dfa8f" providerId="LiveId" clId="{56B5759B-78F2-4C65-89B0-6AA999F36E12}" dt="2020-05-11T18:15:45.646" v="944"/>
          <ac:spMkLst>
            <pc:docMk/>
            <pc:sldMk cId="3998238952" sldId="494"/>
            <ac:spMk id="2" creationId="{00000000-0000-0000-0000-000000000000}"/>
          </ac:spMkLst>
        </pc:spChg>
        <pc:spChg chg="del">
          <ac:chgData name="Oliver Egloff" userId="5d7ff64e220dfa8f" providerId="LiveId" clId="{56B5759B-78F2-4C65-89B0-6AA999F36E12}" dt="2020-05-11T18:15:48.607" v="945" actId="478"/>
          <ac:spMkLst>
            <pc:docMk/>
            <pc:sldMk cId="3998238952" sldId="494"/>
            <ac:spMk id="3" creationId="{00000000-0000-0000-0000-000000000000}"/>
          </ac:spMkLst>
        </pc:spChg>
        <pc:spChg chg="mod">
          <ac:chgData name="Oliver Egloff" userId="5d7ff64e220dfa8f" providerId="LiveId" clId="{56B5759B-78F2-4C65-89B0-6AA999F36E12}" dt="2020-05-12T18:43:33.243" v="1282"/>
          <ac:spMkLst>
            <pc:docMk/>
            <pc:sldMk cId="3998238952" sldId="494"/>
            <ac:spMk id="4" creationId="{00000000-0000-0000-0000-000000000000}"/>
          </ac:spMkLst>
        </pc:spChg>
        <pc:spChg chg="mod">
          <ac:chgData name="Oliver Egloff" userId="5d7ff64e220dfa8f" providerId="LiveId" clId="{56B5759B-78F2-4C65-89B0-6AA999F36E12}" dt="2020-05-12T18:43:40.509" v="1284"/>
          <ac:spMkLst>
            <pc:docMk/>
            <pc:sldMk cId="3998238952" sldId="494"/>
            <ac:spMk id="5" creationId="{00000000-0000-0000-0000-000000000000}"/>
          </ac:spMkLst>
        </pc:spChg>
        <pc:spChg chg="add del mod">
          <ac:chgData name="Oliver Egloff" userId="5d7ff64e220dfa8f" providerId="LiveId" clId="{56B5759B-78F2-4C65-89B0-6AA999F36E12}" dt="2020-05-11T18:15:52.043" v="946" actId="478"/>
          <ac:spMkLst>
            <pc:docMk/>
            <pc:sldMk cId="3998238952" sldId="494"/>
            <ac:spMk id="12" creationId="{07309A24-9D91-4F4E-A77C-F621315C8DAD}"/>
          </ac:spMkLst>
        </pc:spChg>
        <pc:spChg chg="del">
          <ac:chgData name="Oliver Egloff" userId="5d7ff64e220dfa8f" providerId="LiveId" clId="{56B5759B-78F2-4C65-89B0-6AA999F36E12}" dt="2020-05-12T18:43:34.837" v="1283" actId="478"/>
          <ac:spMkLst>
            <pc:docMk/>
            <pc:sldMk cId="3998238952" sldId="494"/>
            <ac:spMk id="32" creationId="{00000000-0000-0000-0000-000000000000}"/>
          </ac:spMkLst>
        </pc:spChg>
        <pc:spChg chg="mod">
          <ac:chgData name="Oliver Egloff" userId="5d7ff64e220dfa8f" providerId="LiveId" clId="{56B5759B-78F2-4C65-89B0-6AA999F36E12}" dt="2020-05-12T18:54:59.557" v="1374"/>
          <ac:spMkLst>
            <pc:docMk/>
            <pc:sldMk cId="3998238952" sldId="494"/>
            <ac:spMk id="46" creationId="{00000000-0000-0000-0000-000000000000}"/>
          </ac:spMkLst>
        </pc:spChg>
        <pc:spChg chg="del mod">
          <ac:chgData name="Oliver Egloff" userId="5d7ff64e220dfa8f" providerId="LiveId" clId="{56B5759B-78F2-4C65-89B0-6AA999F36E12}" dt="2020-05-11T18:21:57.857" v="1179"/>
          <ac:spMkLst>
            <pc:docMk/>
            <pc:sldMk cId="3998238952" sldId="494"/>
            <ac:spMk id="47" creationId="{00000000-0000-0000-0000-000000000000}"/>
          </ac:spMkLst>
        </pc:spChg>
        <pc:spChg chg="mod">
          <ac:chgData name="Oliver Egloff" userId="5d7ff64e220dfa8f" providerId="LiveId" clId="{56B5759B-78F2-4C65-89B0-6AA999F36E12}" dt="2020-05-12T18:55:06.197" v="1387" actId="20577"/>
          <ac:spMkLst>
            <pc:docMk/>
            <pc:sldMk cId="3998238952" sldId="494"/>
            <ac:spMk id="94" creationId="{00000000-0000-0000-0000-000000000000}"/>
          </ac:spMkLst>
        </pc:spChg>
        <pc:spChg chg="mod">
          <ac:chgData name="Oliver Egloff" userId="5d7ff64e220dfa8f" providerId="LiveId" clId="{56B5759B-78F2-4C65-89B0-6AA999F36E12}" dt="2020-05-11T18:19:28.328" v="1155" actId="403"/>
          <ac:spMkLst>
            <pc:docMk/>
            <pc:sldMk cId="3998238952" sldId="494"/>
            <ac:spMk id="95" creationId="{00000000-0000-0000-0000-000000000000}"/>
          </ac:spMkLst>
        </pc:spChg>
        <pc:spChg chg="mod">
          <ac:chgData name="Oliver Egloff" userId="5d7ff64e220dfa8f" providerId="LiveId" clId="{56B5759B-78F2-4C65-89B0-6AA999F36E12}" dt="2020-05-11T18:18:46.401" v="1125" actId="20577"/>
          <ac:spMkLst>
            <pc:docMk/>
            <pc:sldMk cId="3998238952" sldId="494"/>
            <ac:spMk id="96" creationId="{00000000-0000-0000-0000-000000000000}"/>
          </ac:spMkLst>
        </pc:spChg>
        <pc:spChg chg="mod">
          <ac:chgData name="Oliver Egloff" userId="5d7ff64e220dfa8f" providerId="LiveId" clId="{56B5759B-78F2-4C65-89B0-6AA999F36E12}" dt="2020-05-15T17:04:30.191" v="1574" actId="20577"/>
          <ac:spMkLst>
            <pc:docMk/>
            <pc:sldMk cId="3998238952" sldId="494"/>
            <ac:spMk id="97" creationId="{00000000-0000-0000-0000-000000000000}"/>
          </ac:spMkLst>
        </pc:spChg>
        <pc:spChg chg="mod">
          <ac:chgData name="Oliver Egloff" userId="5d7ff64e220dfa8f" providerId="LiveId" clId="{56B5759B-78F2-4C65-89B0-6AA999F36E12}" dt="2020-05-11T18:22:30.677" v="1216" actId="20577"/>
          <ac:spMkLst>
            <pc:docMk/>
            <pc:sldMk cId="3998238952" sldId="494"/>
            <ac:spMk id="98" creationId="{00000000-0000-0000-0000-000000000000}"/>
          </ac:spMkLst>
        </pc:spChg>
        <pc:spChg chg="mod">
          <ac:chgData name="Oliver Egloff" userId="5d7ff64e220dfa8f" providerId="LiveId" clId="{56B5759B-78F2-4C65-89B0-6AA999F36E12}" dt="2020-05-11T18:29:55.883" v="1235" actId="403"/>
          <ac:spMkLst>
            <pc:docMk/>
            <pc:sldMk cId="3998238952" sldId="494"/>
            <ac:spMk id="99" creationId="{00000000-0000-0000-0000-000000000000}"/>
          </ac:spMkLst>
        </pc:spChg>
        <pc:spChg chg="mod">
          <ac:chgData name="Oliver Egloff" userId="5d7ff64e220dfa8f" providerId="LiveId" clId="{56B5759B-78F2-4C65-89B0-6AA999F36E12}" dt="2020-05-11T18:21:49.564" v="1175" actId="20577"/>
          <ac:spMkLst>
            <pc:docMk/>
            <pc:sldMk cId="3998238952" sldId="494"/>
            <ac:spMk id="100" creationId="{00000000-0000-0000-0000-000000000000}"/>
          </ac:spMkLst>
        </pc:spChg>
        <pc:spChg chg="add del mod">
          <ac:chgData name="Oliver Egloff" userId="5d7ff64e220dfa8f" providerId="LiveId" clId="{56B5759B-78F2-4C65-89B0-6AA999F36E12}" dt="2020-05-15T17:04:57.066" v="1575"/>
          <ac:spMkLst>
            <pc:docMk/>
            <pc:sldMk cId="3998238952" sldId="494"/>
            <ac:spMk id="101" creationId="{00000000-0000-0000-0000-000000000000}"/>
          </ac:spMkLst>
        </pc:spChg>
      </pc:sldChg>
      <pc:sldChg chg="addSp delSp modSp mod">
        <pc:chgData name="Oliver Egloff" userId="5d7ff64e220dfa8f" providerId="LiveId" clId="{56B5759B-78F2-4C65-89B0-6AA999F36E12}" dt="2020-05-15T15:37:40.413" v="1507"/>
        <pc:sldMkLst>
          <pc:docMk/>
          <pc:sldMk cId="1217333881" sldId="495"/>
        </pc:sldMkLst>
        <pc:spChg chg="del">
          <ac:chgData name="Oliver Egloff" userId="5d7ff64e220dfa8f" providerId="LiveId" clId="{56B5759B-78F2-4C65-89B0-6AA999F36E12}" dt="2020-05-15T15:17:55.223" v="1463" actId="478"/>
          <ac:spMkLst>
            <pc:docMk/>
            <pc:sldMk cId="1217333881" sldId="495"/>
            <ac:spMk id="3" creationId="{5E2ED9DE-F235-4191-94F1-24EF35544B9E}"/>
          </ac:spMkLst>
        </pc:spChg>
        <pc:spChg chg="mod">
          <ac:chgData name="Oliver Egloff" userId="5d7ff64e220dfa8f" providerId="LiveId" clId="{56B5759B-78F2-4C65-89B0-6AA999F36E12}" dt="2020-05-15T15:37:33.211" v="1506"/>
          <ac:spMkLst>
            <pc:docMk/>
            <pc:sldMk cId="1217333881" sldId="495"/>
            <ac:spMk id="4" creationId="{A5A1E47E-8F72-410E-93B1-071AC5B38A3D}"/>
          </ac:spMkLst>
        </pc:spChg>
        <pc:spChg chg="mod">
          <ac:chgData name="Oliver Egloff" userId="5d7ff64e220dfa8f" providerId="LiveId" clId="{56B5759B-78F2-4C65-89B0-6AA999F36E12}" dt="2020-05-15T15:37:40.413" v="1507"/>
          <ac:spMkLst>
            <pc:docMk/>
            <pc:sldMk cId="1217333881" sldId="495"/>
            <ac:spMk id="5" creationId="{3CB52D3F-757D-4C56-9080-F2E1B5B00404}"/>
          </ac:spMkLst>
        </pc:spChg>
        <pc:picChg chg="add mod">
          <ac:chgData name="Oliver Egloff" userId="5d7ff64e220dfa8f" providerId="LiveId" clId="{56B5759B-78F2-4C65-89B0-6AA999F36E12}" dt="2020-05-15T15:35:00.610" v="1487" actId="1076"/>
          <ac:picMkLst>
            <pc:docMk/>
            <pc:sldMk cId="1217333881" sldId="495"/>
            <ac:picMk id="6" creationId="{ADB66C04-3EC8-4A22-94AD-2B648F4E6908}"/>
          </ac:picMkLst>
        </pc:picChg>
        <pc:picChg chg="del">
          <ac:chgData name="Oliver Egloff" userId="5d7ff64e220dfa8f" providerId="LiveId" clId="{56B5759B-78F2-4C65-89B0-6AA999F36E12}" dt="2020-05-15T15:34:43.123" v="1482" actId="478"/>
          <ac:picMkLst>
            <pc:docMk/>
            <pc:sldMk cId="1217333881" sldId="495"/>
            <ac:picMk id="9" creationId="{5CE5D9E9-69C2-4A53-9EB1-6D14B4388667}"/>
          </ac:picMkLst>
        </pc:picChg>
      </pc:sldChg>
      <pc:sldChg chg="addSp delSp modSp add mod ord delAnim modAnim">
        <pc:chgData name="Oliver Egloff" userId="5d7ff64e220dfa8f" providerId="LiveId" clId="{56B5759B-78F2-4C65-89B0-6AA999F36E12}" dt="2020-05-15T15:23:45.086" v="1481" actId="1076"/>
        <pc:sldMkLst>
          <pc:docMk/>
          <pc:sldMk cId="2859202130" sldId="496"/>
        </pc:sldMkLst>
        <pc:spChg chg="del mod">
          <ac:chgData name="Oliver Egloff" userId="5d7ff64e220dfa8f" providerId="LiveId" clId="{56B5759B-78F2-4C65-89B0-6AA999F36E12}" dt="2020-05-15T15:10:59.063" v="1409" actId="478"/>
          <ac:spMkLst>
            <pc:docMk/>
            <pc:sldMk cId="2859202130" sldId="496"/>
            <ac:spMk id="2" creationId="{17A86B93-FA88-4751-AC06-E738F41E4623}"/>
          </ac:spMkLst>
        </pc:spChg>
        <pc:spChg chg="add del mod">
          <ac:chgData name="Oliver Egloff" userId="5d7ff64e220dfa8f" providerId="LiveId" clId="{56B5759B-78F2-4C65-89B0-6AA999F36E12}" dt="2020-05-15T15:11:01.431" v="1410" actId="478"/>
          <ac:spMkLst>
            <pc:docMk/>
            <pc:sldMk cId="2859202130" sldId="496"/>
            <ac:spMk id="6" creationId="{C0E1F333-0C0E-4108-8300-6554F91F2530}"/>
          </ac:spMkLst>
        </pc:spChg>
        <pc:picChg chg="add del mod">
          <ac:chgData name="Oliver Egloff" userId="5d7ff64e220dfa8f" providerId="LiveId" clId="{56B5759B-78F2-4C65-89B0-6AA999F36E12}" dt="2020-05-15T15:10:55.932" v="1408" actId="478"/>
          <ac:picMkLst>
            <pc:docMk/>
            <pc:sldMk cId="2859202130" sldId="496"/>
            <ac:picMk id="7" creationId="{2557C884-1837-4AAE-BD42-3D7DE1A1DA18}"/>
          </ac:picMkLst>
        </pc:picChg>
        <pc:picChg chg="add del mod">
          <ac:chgData name="Oliver Egloff" userId="5d7ff64e220dfa8f" providerId="LiveId" clId="{56B5759B-78F2-4C65-89B0-6AA999F36E12}" dt="2020-05-15T15:13:32.148" v="1437" actId="478"/>
          <ac:picMkLst>
            <pc:docMk/>
            <pc:sldMk cId="2859202130" sldId="496"/>
            <ac:picMk id="8" creationId="{CEA0318B-2726-45E2-B6B0-7B4C2FDF87BD}"/>
          </ac:picMkLst>
        </pc:picChg>
        <pc:picChg chg="add mod">
          <ac:chgData name="Oliver Egloff" userId="5d7ff64e220dfa8f" providerId="LiveId" clId="{56B5759B-78F2-4C65-89B0-6AA999F36E12}" dt="2020-05-15T15:23:45.086" v="1481" actId="1076"/>
          <ac:picMkLst>
            <pc:docMk/>
            <pc:sldMk cId="2859202130" sldId="496"/>
            <ac:picMk id="9" creationId="{4DA4B55C-5BCC-4320-AB8C-4EFE8E3FC6AF}"/>
          </ac:picMkLst>
        </pc:picChg>
        <pc:picChg chg="del">
          <ac:chgData name="Oliver Egloff" userId="5d7ff64e220dfa8f" providerId="LiveId" clId="{56B5759B-78F2-4C65-89B0-6AA999F36E12}" dt="2020-05-15T14:44:14.764" v="1402" actId="478"/>
          <ac:picMkLst>
            <pc:docMk/>
            <pc:sldMk cId="2859202130" sldId="496"/>
            <ac:picMk id="14" creationId="{9B8CAFD3-3E60-4012-8AE7-B36D0330A334}"/>
          </ac:picMkLst>
        </pc:picChg>
        <pc:picChg chg="del">
          <ac:chgData name="Oliver Egloff" userId="5d7ff64e220dfa8f" providerId="LiveId" clId="{56B5759B-78F2-4C65-89B0-6AA999F36E12}" dt="2020-05-15T14:44:13.121" v="1401" actId="478"/>
          <ac:picMkLst>
            <pc:docMk/>
            <pc:sldMk cId="2859202130" sldId="496"/>
            <ac:picMk id="16" creationId="{2E260DAE-FB09-47B3-B5CE-0A3FCADD4DAD}"/>
          </ac:picMkLst>
        </pc:picChg>
      </pc:sldChg>
      <pc:sldChg chg="addSp delSp modSp add mod ord addAnim delAnim modAnim">
        <pc:chgData name="Oliver Egloff" userId="5d7ff64e220dfa8f" providerId="LiveId" clId="{56B5759B-78F2-4C65-89B0-6AA999F36E12}" dt="2020-05-15T15:15:18.095" v="1447"/>
        <pc:sldMkLst>
          <pc:docMk/>
          <pc:sldMk cId="1875490284" sldId="497"/>
        </pc:sldMkLst>
        <pc:spChg chg="add del">
          <ac:chgData name="Oliver Egloff" userId="5d7ff64e220dfa8f" providerId="LiveId" clId="{56B5759B-78F2-4C65-89B0-6AA999F36E12}" dt="2020-05-15T15:14:38.671" v="1441" actId="478"/>
          <ac:spMkLst>
            <pc:docMk/>
            <pc:sldMk cId="1875490284" sldId="497"/>
            <ac:spMk id="2" creationId="{17A86B93-FA88-4751-AC06-E738F41E4623}"/>
          </ac:spMkLst>
        </pc:spChg>
        <pc:spChg chg="add del mod">
          <ac:chgData name="Oliver Egloff" userId="5d7ff64e220dfa8f" providerId="LiveId" clId="{56B5759B-78F2-4C65-89B0-6AA999F36E12}" dt="2020-05-15T15:12:37.236" v="1430" actId="478"/>
          <ac:spMkLst>
            <pc:docMk/>
            <pc:sldMk cId="1875490284" sldId="497"/>
            <ac:spMk id="6" creationId="{3191CCF7-C6EE-4AA9-A56F-92BB62481A87}"/>
          </ac:spMkLst>
        </pc:spChg>
        <pc:spChg chg="add del mod">
          <ac:chgData name="Oliver Egloff" userId="5d7ff64e220dfa8f" providerId="LiveId" clId="{56B5759B-78F2-4C65-89B0-6AA999F36E12}" dt="2020-05-15T15:12:20.983" v="1428"/>
          <ac:spMkLst>
            <pc:docMk/>
            <pc:sldMk cId="1875490284" sldId="497"/>
            <ac:spMk id="8" creationId="{13BFF025-27EC-4A72-873B-17C6F0406C27}"/>
          </ac:spMkLst>
        </pc:spChg>
        <pc:spChg chg="add del mod">
          <ac:chgData name="Oliver Egloff" userId="5d7ff64e220dfa8f" providerId="LiveId" clId="{56B5759B-78F2-4C65-89B0-6AA999F36E12}" dt="2020-05-15T15:12:20.983" v="1428"/>
          <ac:spMkLst>
            <pc:docMk/>
            <pc:sldMk cId="1875490284" sldId="497"/>
            <ac:spMk id="9" creationId="{9B71FD66-97EF-463A-B19B-E7F1F62E0869}"/>
          </ac:spMkLst>
        </pc:spChg>
        <pc:spChg chg="add del mod">
          <ac:chgData name="Oliver Egloff" userId="5d7ff64e220dfa8f" providerId="LiveId" clId="{56B5759B-78F2-4C65-89B0-6AA999F36E12}" dt="2020-05-15T15:12:20.983" v="1428"/>
          <ac:spMkLst>
            <pc:docMk/>
            <pc:sldMk cId="1875490284" sldId="497"/>
            <ac:spMk id="11" creationId="{DE64C8F6-3D64-4418-97C5-F5B422469755}"/>
          </ac:spMkLst>
        </pc:spChg>
        <pc:spChg chg="add del mod">
          <ac:chgData name="Oliver Egloff" userId="5d7ff64e220dfa8f" providerId="LiveId" clId="{56B5759B-78F2-4C65-89B0-6AA999F36E12}" dt="2020-05-15T15:12:20.983" v="1428"/>
          <ac:spMkLst>
            <pc:docMk/>
            <pc:sldMk cId="1875490284" sldId="497"/>
            <ac:spMk id="12" creationId="{E7D9938E-CB5A-4AC3-BA68-FC8AB87B50A4}"/>
          </ac:spMkLst>
        </pc:spChg>
        <pc:spChg chg="add del mod">
          <ac:chgData name="Oliver Egloff" userId="5d7ff64e220dfa8f" providerId="LiveId" clId="{56B5759B-78F2-4C65-89B0-6AA999F36E12}" dt="2020-05-15T15:14:41.195" v="1442" actId="478"/>
          <ac:spMkLst>
            <pc:docMk/>
            <pc:sldMk cId="1875490284" sldId="497"/>
            <ac:spMk id="16" creationId="{66103795-A4EF-4825-90EE-EC603A1D16CF}"/>
          </ac:spMkLst>
        </pc:spChg>
        <pc:picChg chg="add del">
          <ac:chgData name="Oliver Egloff" userId="5d7ff64e220dfa8f" providerId="LiveId" clId="{56B5759B-78F2-4C65-89B0-6AA999F36E12}" dt="2020-05-15T15:14:38.671" v="1441" actId="478"/>
          <ac:picMkLst>
            <pc:docMk/>
            <pc:sldMk cId="1875490284" sldId="497"/>
            <ac:picMk id="7" creationId="{2557C884-1837-4AAE-BD42-3D7DE1A1DA18}"/>
          </ac:picMkLst>
        </pc:picChg>
        <pc:picChg chg="add del mod">
          <ac:chgData name="Oliver Egloff" userId="5d7ff64e220dfa8f" providerId="LiveId" clId="{56B5759B-78F2-4C65-89B0-6AA999F36E12}" dt="2020-05-15T15:12:20.983" v="1428"/>
          <ac:picMkLst>
            <pc:docMk/>
            <pc:sldMk cId="1875490284" sldId="497"/>
            <ac:picMk id="10" creationId="{DD764598-CD2E-4327-A3F9-85B36D63618B}"/>
          </ac:picMkLst>
        </pc:picChg>
        <pc:picChg chg="add mod modCrop">
          <ac:chgData name="Oliver Egloff" userId="5d7ff64e220dfa8f" providerId="LiveId" clId="{56B5759B-78F2-4C65-89B0-6AA999F36E12}" dt="2020-05-15T15:15:04.825" v="1445" actId="14100"/>
          <ac:picMkLst>
            <pc:docMk/>
            <pc:sldMk cId="1875490284" sldId="497"/>
            <ac:picMk id="17" creationId="{1E6E6E61-9945-4BEC-B708-791B0A9DF2CE}"/>
          </ac:picMkLst>
        </pc:picChg>
        <pc:cxnChg chg="add del mod">
          <ac:chgData name="Oliver Egloff" userId="5d7ff64e220dfa8f" providerId="LiveId" clId="{56B5759B-78F2-4C65-89B0-6AA999F36E12}" dt="2020-05-15T15:12:20.983" v="1428"/>
          <ac:cxnSpMkLst>
            <pc:docMk/>
            <pc:sldMk cId="1875490284" sldId="497"/>
            <ac:cxnSpMk id="13" creationId="{1A6046A5-0738-4D28-9D01-2FD5CDE014B2}"/>
          </ac:cxnSpMkLst>
        </pc:cxnChg>
      </pc:sldChg>
      <pc:sldChg chg="addSp delSp modSp add mod delAnim">
        <pc:chgData name="Oliver Egloff" userId="5d7ff64e220dfa8f" providerId="LiveId" clId="{56B5759B-78F2-4C65-89B0-6AA999F36E12}" dt="2020-05-15T15:46:09.799" v="1533" actId="1076"/>
        <pc:sldMkLst>
          <pc:docMk/>
          <pc:sldMk cId="3839924062" sldId="498"/>
        </pc:sldMkLst>
        <pc:picChg chg="add mod">
          <ac:chgData name="Oliver Egloff" userId="5d7ff64e220dfa8f" providerId="LiveId" clId="{56B5759B-78F2-4C65-89B0-6AA999F36E12}" dt="2020-05-15T15:46:09.799" v="1533" actId="1076"/>
          <ac:picMkLst>
            <pc:docMk/>
            <pc:sldMk cId="3839924062" sldId="498"/>
            <ac:picMk id="3" creationId="{B381ACA6-6E95-4064-86D7-D8E9411F73F1}"/>
          </ac:picMkLst>
        </pc:picChg>
        <pc:picChg chg="add mod">
          <ac:chgData name="Oliver Egloff" userId="5d7ff64e220dfa8f" providerId="LiveId" clId="{56B5759B-78F2-4C65-89B0-6AA999F36E12}" dt="2020-05-15T15:45:30.546" v="1531" actId="1076"/>
          <ac:picMkLst>
            <pc:docMk/>
            <pc:sldMk cId="3839924062" sldId="498"/>
            <ac:picMk id="6" creationId="{43AAB7A5-DB2A-4CD7-AFAB-792886D43DA4}"/>
          </ac:picMkLst>
        </pc:picChg>
        <pc:picChg chg="del mod">
          <ac:chgData name="Oliver Egloff" userId="5d7ff64e220dfa8f" providerId="LiveId" clId="{56B5759B-78F2-4C65-89B0-6AA999F36E12}" dt="2020-05-15T15:45:13.069" v="1527" actId="478"/>
          <ac:picMkLst>
            <pc:docMk/>
            <pc:sldMk cId="3839924062" sldId="498"/>
            <ac:picMk id="7" creationId="{2557C884-1837-4AAE-BD42-3D7DE1A1DA18}"/>
          </ac:picMkLst>
        </pc:picChg>
      </pc:sldChg>
      <pc:sldChg chg="addSp delSp modSp add mod">
        <pc:chgData name="Oliver Egloff" userId="5d7ff64e220dfa8f" providerId="LiveId" clId="{56B5759B-78F2-4C65-89B0-6AA999F36E12}" dt="2020-05-15T15:39:10.066" v="1513" actId="14100"/>
        <pc:sldMkLst>
          <pc:docMk/>
          <pc:sldMk cId="3157761918" sldId="499"/>
        </pc:sldMkLst>
        <pc:spChg chg="del">
          <ac:chgData name="Oliver Egloff" userId="5d7ff64e220dfa8f" providerId="LiveId" clId="{56B5759B-78F2-4C65-89B0-6AA999F36E12}" dt="2020-05-15T15:37:09.393" v="1502" actId="478"/>
          <ac:spMkLst>
            <pc:docMk/>
            <pc:sldMk cId="3157761918" sldId="499"/>
            <ac:spMk id="2" creationId="{17A86B93-FA88-4751-AC06-E738F41E4623}"/>
          </ac:spMkLst>
        </pc:spChg>
        <pc:spChg chg="del">
          <ac:chgData name="Oliver Egloff" userId="5d7ff64e220dfa8f" providerId="LiveId" clId="{56B5759B-78F2-4C65-89B0-6AA999F36E12}" dt="2020-05-15T15:37:08.006" v="1501" actId="478"/>
          <ac:spMkLst>
            <pc:docMk/>
            <pc:sldMk cId="3157761918" sldId="499"/>
            <ac:spMk id="3" creationId="{4D529BD4-11C5-41B9-A634-C2801A58AF2D}"/>
          </ac:spMkLst>
        </pc:spChg>
        <pc:spChg chg="add del mod">
          <ac:chgData name="Oliver Egloff" userId="5d7ff64e220dfa8f" providerId="LiveId" clId="{56B5759B-78F2-4C65-89B0-6AA999F36E12}" dt="2020-05-15T15:37:10.744" v="1503" actId="478"/>
          <ac:spMkLst>
            <pc:docMk/>
            <pc:sldMk cId="3157761918" sldId="499"/>
            <ac:spMk id="8" creationId="{3584B159-606B-49FD-BF2C-8829D3B68C6B}"/>
          </ac:spMkLst>
        </pc:spChg>
        <pc:spChg chg="add del mod">
          <ac:chgData name="Oliver Egloff" userId="5d7ff64e220dfa8f" providerId="LiveId" clId="{56B5759B-78F2-4C65-89B0-6AA999F36E12}" dt="2020-05-15T15:37:12.012" v="1504" actId="478"/>
          <ac:spMkLst>
            <pc:docMk/>
            <pc:sldMk cId="3157761918" sldId="499"/>
            <ac:spMk id="10" creationId="{0E28A46E-3E44-45CC-A74B-068A645BC50B}"/>
          </ac:spMkLst>
        </pc:spChg>
        <pc:picChg chg="add del mod modCrop">
          <ac:chgData name="Oliver Egloff" userId="5d7ff64e220dfa8f" providerId="LiveId" clId="{56B5759B-78F2-4C65-89B0-6AA999F36E12}" dt="2020-05-15T15:37:05.174" v="1500" actId="21"/>
          <ac:picMkLst>
            <pc:docMk/>
            <pc:sldMk cId="3157761918" sldId="499"/>
            <ac:picMk id="6" creationId="{0FA89D30-50A3-481D-A22B-D30DAA3ECFF8}"/>
          </ac:picMkLst>
        </pc:picChg>
        <pc:picChg chg="add mod">
          <ac:chgData name="Oliver Egloff" userId="5d7ff64e220dfa8f" providerId="LiveId" clId="{56B5759B-78F2-4C65-89B0-6AA999F36E12}" dt="2020-05-15T15:39:10.066" v="1513" actId="14100"/>
          <ac:picMkLst>
            <pc:docMk/>
            <pc:sldMk cId="3157761918" sldId="499"/>
            <ac:picMk id="11" creationId="{59DE640C-3DA2-4D0C-824D-A404D9999899}"/>
          </ac:picMkLst>
        </pc:picChg>
      </pc:sldChg>
      <pc:sldChg chg="addSp delSp modSp add mod">
        <pc:chgData name="Oliver Egloff" userId="5d7ff64e220dfa8f" providerId="LiveId" clId="{56B5759B-78F2-4C65-89B0-6AA999F36E12}" dt="2020-05-15T15:38:33.275" v="1511" actId="14100"/>
        <pc:sldMkLst>
          <pc:docMk/>
          <pc:sldMk cId="2525852729" sldId="500"/>
        </pc:sldMkLst>
        <pc:spChg chg="del">
          <ac:chgData name="Oliver Egloff" userId="5d7ff64e220dfa8f" providerId="LiveId" clId="{56B5759B-78F2-4C65-89B0-6AA999F36E12}" dt="2020-05-15T15:36:57.251" v="1498" actId="478"/>
          <ac:spMkLst>
            <pc:docMk/>
            <pc:sldMk cId="2525852729" sldId="500"/>
            <ac:spMk id="2" creationId="{17A86B93-FA88-4751-AC06-E738F41E4623}"/>
          </ac:spMkLst>
        </pc:spChg>
        <pc:spChg chg="del mod">
          <ac:chgData name="Oliver Egloff" userId="5d7ff64e220dfa8f" providerId="LiveId" clId="{56B5759B-78F2-4C65-89B0-6AA999F36E12}" dt="2020-05-15T15:36:55.901" v="1497" actId="478"/>
          <ac:spMkLst>
            <pc:docMk/>
            <pc:sldMk cId="2525852729" sldId="500"/>
            <ac:spMk id="3" creationId="{4D529BD4-11C5-41B9-A634-C2801A58AF2D}"/>
          </ac:spMkLst>
        </pc:spChg>
        <pc:spChg chg="add del mod">
          <ac:chgData name="Oliver Egloff" userId="5d7ff64e220dfa8f" providerId="LiveId" clId="{56B5759B-78F2-4C65-89B0-6AA999F36E12}" dt="2020-05-15T15:37:02.108" v="1499" actId="478"/>
          <ac:spMkLst>
            <pc:docMk/>
            <pc:sldMk cId="2525852729" sldId="500"/>
            <ac:spMk id="8" creationId="{E798FC4E-1DF4-4AA1-BF7B-E934D5C2D78C}"/>
          </ac:spMkLst>
        </pc:spChg>
        <pc:picChg chg="del">
          <ac:chgData name="Oliver Egloff" userId="5d7ff64e220dfa8f" providerId="LiveId" clId="{56B5759B-78F2-4C65-89B0-6AA999F36E12}" dt="2020-05-15T15:36:52.214" v="1495" actId="478"/>
          <ac:picMkLst>
            <pc:docMk/>
            <pc:sldMk cId="2525852729" sldId="500"/>
            <ac:picMk id="6" creationId="{0FA89D30-50A3-481D-A22B-D30DAA3ECFF8}"/>
          </ac:picMkLst>
        </pc:picChg>
        <pc:picChg chg="add mod modCrop">
          <ac:chgData name="Oliver Egloff" userId="5d7ff64e220dfa8f" providerId="LiveId" clId="{56B5759B-78F2-4C65-89B0-6AA999F36E12}" dt="2020-05-15T15:38:33.275" v="1511" actId="14100"/>
          <ac:picMkLst>
            <pc:docMk/>
            <pc:sldMk cId="2525852729" sldId="500"/>
            <ac:picMk id="9" creationId="{7B8575DD-045C-4A80-B5F2-46FFCED50B3C}"/>
          </ac:picMkLst>
        </pc:picChg>
      </pc:sldChg>
      <pc:sldMasterChg chg="addSldLayout delSldLayout">
        <pc:chgData name="Oliver Egloff" userId="5d7ff64e220dfa8f" providerId="LiveId" clId="{56B5759B-78F2-4C65-89B0-6AA999F36E12}" dt="2020-05-15T15:38:52.502" v="1512" actId="47"/>
        <pc:sldMasterMkLst>
          <pc:docMk/>
          <pc:sldMasterMk cId="3328376128" sldId="2147483846"/>
        </pc:sldMasterMkLst>
        <pc:sldLayoutChg chg="del">
          <pc:chgData name="Oliver Egloff" userId="5d7ff64e220dfa8f" providerId="LiveId" clId="{56B5759B-78F2-4C65-89B0-6AA999F36E12}" dt="2020-05-15T15:38:52.502" v="1512" actId="47"/>
          <pc:sldLayoutMkLst>
            <pc:docMk/>
            <pc:sldMasterMk cId="3328376128" sldId="2147483846"/>
            <pc:sldLayoutMk cId="3271311303" sldId="2147483858"/>
          </pc:sldLayoutMkLst>
        </pc:sldLayoutChg>
        <pc:sldLayoutChg chg="del">
          <pc:chgData name="Oliver Egloff" userId="5d7ff64e220dfa8f" providerId="LiveId" clId="{56B5759B-78F2-4C65-89B0-6AA999F36E12}" dt="2020-05-15T15:36:01.579" v="1491" actId="47"/>
          <pc:sldLayoutMkLst>
            <pc:docMk/>
            <pc:sldMasterMk cId="3328376128" sldId="2147483846"/>
            <pc:sldLayoutMk cId="1068323113" sldId="2147483859"/>
          </pc:sldLayoutMkLst>
        </pc:sldLayoutChg>
        <pc:sldLayoutChg chg="del">
          <pc:chgData name="Oliver Egloff" userId="5d7ff64e220dfa8f" providerId="LiveId" clId="{56B5759B-78F2-4C65-89B0-6AA999F36E12}" dt="2020-05-10T17:53:55.200" v="102" actId="47"/>
          <pc:sldLayoutMkLst>
            <pc:docMk/>
            <pc:sldMasterMk cId="3328376128" sldId="2147483846"/>
            <pc:sldLayoutMk cId="403039113" sldId="2147483860"/>
          </pc:sldLayoutMkLst>
        </pc:sldLayoutChg>
        <pc:sldLayoutChg chg="del">
          <pc:chgData name="Oliver Egloff" userId="5d7ff64e220dfa8f" providerId="LiveId" clId="{56B5759B-78F2-4C65-89B0-6AA999F36E12}" dt="2020-05-15T15:15:21.689" v="1448" actId="47"/>
          <pc:sldLayoutMkLst>
            <pc:docMk/>
            <pc:sldMasterMk cId="3328376128" sldId="2147483846"/>
            <pc:sldLayoutMk cId="4202178897" sldId="2147483861"/>
          </pc:sldLayoutMkLst>
        </pc:sldLayoutChg>
        <pc:sldLayoutChg chg="add del">
          <pc:chgData name="Oliver Egloff" userId="5d7ff64e220dfa8f" providerId="LiveId" clId="{56B5759B-78F2-4C65-89B0-6AA999F36E12}" dt="2020-05-15T15:13:46.213" v="1440" actId="47"/>
          <pc:sldLayoutMkLst>
            <pc:docMk/>
            <pc:sldMasterMk cId="3328376128" sldId="2147483846"/>
            <pc:sldLayoutMk cId="1817510391" sldId="2147483862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3086416408" sldId="2147483863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1405396174" sldId="2147483864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189245304" sldId="2147483865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2780488892" sldId="2147483867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3165812487" sldId="2147483868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894701886" sldId="2147483869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3724794440" sldId="2147483870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2802106773" sldId="2147483871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1535259994" sldId="2147483872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2852039801" sldId="2147483873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2732391912" sldId="2147483874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2291046990" sldId="2147483875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1738015167" sldId="2147483876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3098099188" sldId="2147483877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2568100683" sldId="2147483878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2150812408" sldId="2147483879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1236314371" sldId="2147483880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304040511" sldId="2147483881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2167839242" sldId="2147483882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1747847759" sldId="2147483883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2723016383" sldId="2147483884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294343893" sldId="2147483885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3180198386" sldId="2147483886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873486026" sldId="2147483887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3212287981" sldId="2147483888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3153446330" sldId="2147483889"/>
          </pc:sldLayoutMkLst>
        </pc:sldLayoutChg>
        <pc:sldLayoutChg chg="del">
          <pc:chgData name="Oliver Egloff" userId="5d7ff64e220dfa8f" providerId="LiveId" clId="{56B5759B-78F2-4C65-89B0-6AA999F36E12}" dt="2020-05-12T18:45:37.208" v="1286" actId="47"/>
          <pc:sldLayoutMkLst>
            <pc:docMk/>
            <pc:sldMasterMk cId="3328376128" sldId="2147483846"/>
            <pc:sldLayoutMk cId="3121517399" sldId="2147483890"/>
          </pc:sldLayoutMkLst>
        </pc:sldLayoutChg>
      </pc:sldMasterChg>
    </pc:docChg>
  </pc:docChgLst>
  <pc:docChgLst>
    <pc:chgData name="Leonardo Wiedemeier" userId="8dfac0a41424efd0" providerId="Windows Live" clId="Web-{809715F3-AAAB-4B21-9252-67771009C486}"/>
    <pc:docChg chg="modSld">
      <pc:chgData name="Leonardo Wiedemeier" userId="8dfac0a41424efd0" providerId="Windows Live" clId="Web-{809715F3-AAAB-4B21-9252-67771009C486}" dt="2020-05-11T18:02:14.408" v="181" actId="20577"/>
      <pc:docMkLst>
        <pc:docMk/>
      </pc:docMkLst>
      <pc:sldChg chg="modSp">
        <pc:chgData name="Leonardo Wiedemeier" userId="8dfac0a41424efd0" providerId="Windows Live" clId="Web-{809715F3-AAAB-4B21-9252-67771009C486}" dt="2020-05-11T17:50:02.845" v="119" actId="20577"/>
        <pc:sldMkLst>
          <pc:docMk/>
          <pc:sldMk cId="3550810033" sldId="484"/>
        </pc:sldMkLst>
        <pc:spChg chg="mod">
          <ac:chgData name="Leonardo Wiedemeier" userId="8dfac0a41424efd0" providerId="Windows Live" clId="Web-{809715F3-AAAB-4B21-9252-67771009C486}" dt="2020-05-11T17:48:05.188" v="83" actId="20577"/>
          <ac:spMkLst>
            <pc:docMk/>
            <pc:sldMk cId="3550810033" sldId="484"/>
            <ac:spMk id="3" creationId="{4D529BD4-11C5-41B9-A634-C2801A58AF2D}"/>
          </ac:spMkLst>
        </pc:spChg>
        <pc:spChg chg="mod">
          <ac:chgData name="Leonardo Wiedemeier" userId="8dfac0a41424efd0" providerId="Windows Live" clId="Web-{809715F3-AAAB-4B21-9252-67771009C486}" dt="2020-05-11T17:50:02.845" v="119" actId="20577"/>
          <ac:spMkLst>
            <pc:docMk/>
            <pc:sldMk cId="3550810033" sldId="484"/>
            <ac:spMk id="6" creationId="{431DADAE-4884-41B9-A700-3367E175D8CE}"/>
          </ac:spMkLst>
        </pc:spChg>
      </pc:sldChg>
      <pc:sldChg chg="modSp">
        <pc:chgData name="Leonardo Wiedemeier" userId="8dfac0a41424efd0" providerId="Windows Live" clId="Web-{809715F3-AAAB-4B21-9252-67771009C486}" dt="2020-05-11T18:02:14.408" v="181" actId="20577"/>
        <pc:sldMkLst>
          <pc:docMk/>
          <pc:sldMk cId="4025911472" sldId="489"/>
        </pc:sldMkLst>
        <pc:spChg chg="mod">
          <ac:chgData name="Leonardo Wiedemeier" userId="8dfac0a41424efd0" providerId="Windows Live" clId="Web-{809715F3-AAAB-4B21-9252-67771009C486}" dt="2020-05-11T18:02:14.408" v="181" actId="20577"/>
          <ac:spMkLst>
            <pc:docMk/>
            <pc:sldMk cId="4025911472" sldId="489"/>
            <ac:spMk id="3" creationId="{4D529BD4-11C5-41B9-A634-C2801A58AF2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A5F24-B239-4464-B5E3-2C52A1F113CB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AB080-FBA9-4FB9-A8D3-D51D2F556CC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6190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58A3C-7858-4914-8051-4EF7E83F7F6B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EBE00-25C2-4AEC-B276-F8927612A98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330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54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773" algn="l" defTabSz="137154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545" algn="l" defTabSz="137154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318" algn="l" defTabSz="137154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091" algn="l" defTabSz="137154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8864" algn="l" defTabSz="137154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635" algn="l" defTabSz="137154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408" algn="l" defTabSz="137154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181" algn="l" defTabSz="137154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Soll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Tic-</a:t>
            </a:r>
            <a:r>
              <a:rPr lang="de-DE" sz="1800" err="1">
                <a:solidFill>
                  <a:schemeClr val="tx1">
                    <a:lumMod val="95000"/>
                    <a:lumOff val="5000"/>
                  </a:schemeClr>
                </a:solidFill>
              </a:rPr>
              <a:t>Tac</a:t>
            </a: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de-DE" sz="1800" err="1">
                <a:solidFill>
                  <a:schemeClr val="tx1">
                    <a:lumMod val="95000"/>
                    <a:lumOff val="5000"/>
                  </a:schemeClr>
                </a:solidFill>
              </a:rPr>
              <a:t>Toe</a:t>
            </a:r>
            <a:endParaRPr lang="de-DE" sz="18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Ausgabe auf der RGB-Led-matrix (16x16)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Multiplayer (2 Personen)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Mehrere Endgeräte (im gleichen Netz, MQTT)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GUI (Web)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Ist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Funktionsfähige Matrix (Java)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Rest-API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Board oder externer Rechner</a:t>
            </a:r>
          </a:p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EBE00-25C2-4AEC-B276-F8927612A98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50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Soll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Tic-</a:t>
            </a:r>
            <a:r>
              <a:rPr lang="de-DE" sz="1800" err="1">
                <a:solidFill>
                  <a:schemeClr val="tx1">
                    <a:lumMod val="95000"/>
                    <a:lumOff val="5000"/>
                  </a:schemeClr>
                </a:solidFill>
              </a:rPr>
              <a:t>Tac</a:t>
            </a: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de-DE" sz="1800" err="1">
                <a:solidFill>
                  <a:schemeClr val="tx1">
                    <a:lumMod val="95000"/>
                    <a:lumOff val="5000"/>
                  </a:schemeClr>
                </a:solidFill>
              </a:rPr>
              <a:t>Toe</a:t>
            </a:r>
            <a:endParaRPr lang="de-DE" sz="18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Ausgabe auf der RGB-Led-matrix (16x16)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Multiplayer (2 Personen)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Mehrere Endgeräte (im gleichen Netz, MQTT)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GUI (Web)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Ist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Funktionsfähige Matrix (Java)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Rest-API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Board oder externer Rechner</a:t>
            </a:r>
          </a:p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EBE00-25C2-4AEC-B276-F8927612A98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627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Soll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Tic-</a:t>
            </a:r>
            <a:r>
              <a:rPr lang="de-DE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Tac</a:t>
            </a:r>
            <a:r>
              <a:rPr lang="de-D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de-DE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Toe</a:t>
            </a:r>
            <a:endParaRPr lang="de-DE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Ausgabe auf der RGB-Led-matrix (16x16)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Multiplayer (2 Personen)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Mehrere Endgeräte (im gleichen Netz, MQTT)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 (Web)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Ist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Funktionsfähige Matrix (Java)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Rest-API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Board oder externer Rechner</a:t>
            </a:r>
          </a:p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EBE00-25C2-4AEC-B276-F8927612A98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00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Soll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Tic-</a:t>
            </a:r>
            <a:r>
              <a:rPr lang="de-DE" sz="1800" err="1">
                <a:solidFill>
                  <a:schemeClr val="tx1">
                    <a:lumMod val="95000"/>
                    <a:lumOff val="5000"/>
                  </a:schemeClr>
                </a:solidFill>
              </a:rPr>
              <a:t>Tac</a:t>
            </a: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de-DE" sz="1800" err="1">
                <a:solidFill>
                  <a:schemeClr val="tx1">
                    <a:lumMod val="95000"/>
                    <a:lumOff val="5000"/>
                  </a:schemeClr>
                </a:solidFill>
              </a:rPr>
              <a:t>Toe</a:t>
            </a:r>
            <a:endParaRPr lang="de-DE" sz="18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Ausgabe auf der RGB-Led-matrix (16x16)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Multiplayer (2 Personen)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Mehrere Endgeräte (im gleichen Netz, MQTT)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GUI (Web)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Ist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Funktionsfähige Matrix (Java)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Rest-API</a:t>
            </a:r>
          </a:p>
          <a:p>
            <a:pPr marL="1142973" lvl="1" indent="-457200" algn="l">
              <a:buFont typeface="Arial" panose="020B0604020202020204" pitchFamily="34" charset="0"/>
              <a:buChar char="•"/>
            </a:pPr>
            <a:r>
              <a:rPr lang="de-DE" sz="1800">
                <a:solidFill>
                  <a:schemeClr val="tx1">
                    <a:lumMod val="95000"/>
                    <a:lumOff val="5000"/>
                  </a:schemeClr>
                </a:solidFill>
              </a:rPr>
              <a:t>Board oder externer Rechner</a:t>
            </a:r>
          </a:p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EBE00-25C2-4AEC-B276-F8927612A98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44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EEBE00-25C2-4AEC-B276-F8927612A98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119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/>
              <a:t>R4 </a:t>
            </a:r>
            <a:br>
              <a:rPr lang="de-CH"/>
            </a:br>
            <a:r>
              <a:rPr lang="de-CH"/>
              <a:t>Meilensteine/Projektziele können nicht </a:t>
            </a:r>
            <a:r>
              <a:rPr lang="de-CH" err="1"/>
              <a:t>eignehalten</a:t>
            </a:r>
            <a:r>
              <a:rPr lang="de-CH"/>
              <a:t> werden, was zu Verschiebungen im Zeitplan führen kann.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/>
              <a:t>R7</a:t>
            </a:r>
            <a:br>
              <a:rPr lang="de-CH"/>
            </a:br>
            <a:r>
              <a:rPr lang="de-CH"/>
              <a:t>Die aktuelle Pandemie kann noch unbekannte Risiken und Einschränkungen mit sich ziehen.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EBE00-25C2-4AEC-B276-F8927612A98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777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 userDrawn="1"/>
        </p:nvSpPr>
        <p:spPr>
          <a:xfrm>
            <a:off x="0" y="9611688"/>
            <a:ext cx="13716000" cy="6753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2870" tIns="51435" rIns="102870" bIns="5143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30"/>
          </a:p>
        </p:txBody>
      </p:sp>
      <p:sp>
        <p:nvSpPr>
          <p:cNvPr id="26" name="Title 1"/>
          <p:cNvSpPr>
            <a:spLocks noGrp="1"/>
          </p:cNvSpPr>
          <p:nvPr>
            <p:ph type="ctrTitle" hasCustomPrompt="1"/>
          </p:nvPr>
        </p:nvSpPr>
        <p:spPr>
          <a:xfrm>
            <a:off x="1200150" y="1234440"/>
            <a:ext cx="11315700" cy="822960"/>
          </a:xfrm>
        </p:spPr>
        <p:txBody>
          <a:bodyPr lIns="0" anchor="ctr">
            <a:noAutofit/>
          </a:bodyPr>
          <a:lstStyle>
            <a:lvl1pPr algn="ctr">
              <a:defRPr sz="3600" spc="338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00150" y="685800"/>
            <a:ext cx="11315700" cy="548640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sz="1800" spc="338">
                <a:solidFill>
                  <a:schemeClr val="accent5"/>
                </a:solidFill>
                <a:latin typeface="+mj-lt"/>
              </a:defRPr>
            </a:lvl1pPr>
            <a:lvl2pPr marL="514305" indent="0" algn="ctr">
              <a:buNone/>
              <a:defRPr sz="2250"/>
            </a:lvl2pPr>
            <a:lvl3pPr marL="1028608" indent="0" algn="ctr">
              <a:buNone/>
              <a:defRPr sz="2025"/>
            </a:lvl3pPr>
            <a:lvl4pPr marL="1542912" indent="0" algn="ctr">
              <a:buNone/>
              <a:defRPr sz="1800"/>
            </a:lvl4pPr>
            <a:lvl5pPr marL="2057216" indent="0" algn="ctr">
              <a:buNone/>
              <a:defRPr sz="1800"/>
            </a:lvl5pPr>
            <a:lvl6pPr marL="2571518" indent="0" algn="ctr">
              <a:buNone/>
              <a:defRPr sz="1800"/>
            </a:lvl6pPr>
            <a:lvl7pPr marL="3085821" indent="0" algn="ctr">
              <a:buNone/>
              <a:defRPr sz="1800"/>
            </a:lvl7pPr>
            <a:lvl8pPr marL="3600126" indent="0" algn="ctr">
              <a:buNone/>
              <a:defRPr sz="1800"/>
            </a:lvl8pPr>
            <a:lvl9pPr marL="4114431" indent="0" algn="ctr">
              <a:buNone/>
              <a:defRPr sz="18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33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1500188" y="9756809"/>
            <a:ext cx="2340000" cy="385074"/>
          </a:xfrm>
        </p:spPr>
        <p:txBody>
          <a:bodyPr lIns="0" anchor="ctr">
            <a:normAutofit/>
          </a:bodyPr>
          <a:lstStyle>
            <a:lvl1pPr marL="0" indent="0" algn="l">
              <a:buNone/>
              <a:defRPr sz="1050" b="0" spc="338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Business Name</a:t>
            </a:r>
          </a:p>
        </p:txBody>
      </p:sp>
      <p:sp>
        <p:nvSpPr>
          <p:cNvPr id="34" name="Oval 33">
            <a:hlinkClick r:id="" action="ppaction://hlinkshowjump?jump=previousslide"/>
          </p:cNvPr>
          <p:cNvSpPr/>
          <p:nvPr userDrawn="1"/>
        </p:nvSpPr>
        <p:spPr>
          <a:xfrm>
            <a:off x="6239682" y="9790539"/>
            <a:ext cx="317884" cy="317613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2870" tIns="51435" rIns="102870" bIns="5143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30"/>
          </a:p>
        </p:txBody>
      </p:sp>
      <p:sp>
        <p:nvSpPr>
          <p:cNvPr id="37" name="Oval 36">
            <a:hlinkClick r:id="" action="ppaction://hlinkshowjump?jump=nextslide"/>
          </p:cNvPr>
          <p:cNvSpPr/>
          <p:nvPr userDrawn="1"/>
        </p:nvSpPr>
        <p:spPr>
          <a:xfrm>
            <a:off x="7153239" y="9790539"/>
            <a:ext cx="317884" cy="317613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2870" tIns="51435" rIns="102870" bIns="5143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30"/>
          </a:p>
        </p:txBody>
      </p:sp>
      <p:sp>
        <p:nvSpPr>
          <p:cNvPr id="39" name="Freeform 98">
            <a:hlinkClick r:id="" action="ppaction://hlinkshowjump?jump=previousslide"/>
          </p:cNvPr>
          <p:cNvSpPr>
            <a:spLocks/>
          </p:cNvSpPr>
          <p:nvPr userDrawn="1"/>
        </p:nvSpPr>
        <p:spPr bwMode="auto">
          <a:xfrm>
            <a:off x="6362189" y="9895317"/>
            <a:ext cx="51435" cy="108063"/>
          </a:xfrm>
          <a:custGeom>
            <a:avLst/>
            <a:gdLst>
              <a:gd name="T0" fmla="*/ 13 w 28"/>
              <a:gd name="T1" fmla="*/ 22 h 44"/>
              <a:gd name="T2" fmla="*/ 27 w 28"/>
              <a:gd name="T3" fmla="*/ 36 h 44"/>
              <a:gd name="T4" fmla="*/ 27 w 28"/>
              <a:gd name="T5" fmla="*/ 39 h 44"/>
              <a:gd name="T6" fmla="*/ 23 w 28"/>
              <a:gd name="T7" fmla="*/ 43 h 44"/>
              <a:gd name="T8" fmla="*/ 20 w 28"/>
              <a:gd name="T9" fmla="*/ 43 h 44"/>
              <a:gd name="T10" fmla="*/ 0 w 28"/>
              <a:gd name="T11" fmla="*/ 23 h 44"/>
              <a:gd name="T12" fmla="*/ 0 w 28"/>
              <a:gd name="T13" fmla="*/ 21 h 44"/>
              <a:gd name="T14" fmla="*/ 20 w 28"/>
              <a:gd name="T15" fmla="*/ 1 h 44"/>
              <a:gd name="T16" fmla="*/ 23 w 28"/>
              <a:gd name="T17" fmla="*/ 1 h 44"/>
              <a:gd name="T18" fmla="*/ 27 w 28"/>
              <a:gd name="T19" fmla="*/ 5 h 44"/>
              <a:gd name="T20" fmla="*/ 27 w 28"/>
              <a:gd name="T21" fmla="*/ 8 h 44"/>
              <a:gd name="T22" fmla="*/ 13 w 28"/>
              <a:gd name="T23" fmla="*/ 2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8" h="44">
                <a:moveTo>
                  <a:pt x="13" y="22"/>
                </a:moveTo>
                <a:cubicBezTo>
                  <a:pt x="27" y="36"/>
                  <a:pt x="27" y="36"/>
                  <a:pt x="27" y="36"/>
                </a:cubicBezTo>
                <a:cubicBezTo>
                  <a:pt x="28" y="37"/>
                  <a:pt x="28" y="38"/>
                  <a:pt x="27" y="39"/>
                </a:cubicBezTo>
                <a:cubicBezTo>
                  <a:pt x="23" y="43"/>
                  <a:pt x="23" y="43"/>
                  <a:pt x="23" y="43"/>
                </a:cubicBezTo>
                <a:cubicBezTo>
                  <a:pt x="22" y="44"/>
                  <a:pt x="21" y="44"/>
                  <a:pt x="20" y="43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3"/>
                  <a:pt x="0" y="22"/>
                  <a:pt x="0" y="21"/>
                </a:cubicBezTo>
                <a:cubicBezTo>
                  <a:pt x="20" y="1"/>
                  <a:pt x="20" y="1"/>
                  <a:pt x="20" y="1"/>
                </a:cubicBezTo>
                <a:cubicBezTo>
                  <a:pt x="21" y="0"/>
                  <a:pt x="22" y="0"/>
                  <a:pt x="23" y="1"/>
                </a:cubicBezTo>
                <a:cubicBezTo>
                  <a:pt x="27" y="5"/>
                  <a:pt x="27" y="5"/>
                  <a:pt x="27" y="5"/>
                </a:cubicBezTo>
                <a:cubicBezTo>
                  <a:pt x="28" y="6"/>
                  <a:pt x="28" y="7"/>
                  <a:pt x="27" y="8"/>
                </a:cubicBezTo>
                <a:lnTo>
                  <a:pt x="13" y="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endParaRPr lang="id-ID" sz="2430"/>
          </a:p>
        </p:txBody>
      </p:sp>
      <p:sp>
        <p:nvSpPr>
          <p:cNvPr id="40" name="Freeform 99">
            <a:hlinkClick r:id="" action="ppaction://hlinkshowjump?jump=nextslide"/>
          </p:cNvPr>
          <p:cNvSpPr>
            <a:spLocks/>
          </p:cNvSpPr>
          <p:nvPr userDrawn="1"/>
        </p:nvSpPr>
        <p:spPr bwMode="auto">
          <a:xfrm>
            <a:off x="7297177" y="9896874"/>
            <a:ext cx="51435" cy="104949"/>
          </a:xfrm>
          <a:custGeom>
            <a:avLst/>
            <a:gdLst>
              <a:gd name="T0" fmla="*/ 8 w 28"/>
              <a:gd name="T1" fmla="*/ 43 h 43"/>
              <a:gd name="T2" fmla="*/ 5 w 28"/>
              <a:gd name="T3" fmla="*/ 43 h 43"/>
              <a:gd name="T4" fmla="*/ 1 w 28"/>
              <a:gd name="T5" fmla="*/ 38 h 43"/>
              <a:gd name="T6" fmla="*/ 1 w 28"/>
              <a:gd name="T7" fmla="*/ 36 h 43"/>
              <a:gd name="T8" fmla="*/ 15 w 28"/>
              <a:gd name="T9" fmla="*/ 22 h 43"/>
              <a:gd name="T10" fmla="*/ 1 w 28"/>
              <a:gd name="T11" fmla="*/ 8 h 43"/>
              <a:gd name="T12" fmla="*/ 1 w 28"/>
              <a:gd name="T13" fmla="*/ 5 h 43"/>
              <a:gd name="T14" fmla="*/ 5 w 28"/>
              <a:gd name="T15" fmla="*/ 1 h 43"/>
              <a:gd name="T16" fmla="*/ 8 w 28"/>
              <a:gd name="T17" fmla="*/ 1 h 43"/>
              <a:gd name="T18" fmla="*/ 27 w 28"/>
              <a:gd name="T19" fmla="*/ 21 h 43"/>
              <a:gd name="T20" fmla="*/ 27 w 28"/>
              <a:gd name="T21" fmla="*/ 23 h 43"/>
              <a:gd name="T22" fmla="*/ 8 w 28"/>
              <a:gd name="T23" fmla="*/ 43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8" h="43">
                <a:moveTo>
                  <a:pt x="8" y="43"/>
                </a:moveTo>
                <a:cubicBezTo>
                  <a:pt x="7" y="43"/>
                  <a:pt x="6" y="43"/>
                  <a:pt x="5" y="43"/>
                </a:cubicBezTo>
                <a:cubicBezTo>
                  <a:pt x="1" y="38"/>
                  <a:pt x="1" y="38"/>
                  <a:pt x="1" y="38"/>
                </a:cubicBezTo>
                <a:cubicBezTo>
                  <a:pt x="0" y="38"/>
                  <a:pt x="0" y="37"/>
                  <a:pt x="1" y="36"/>
                </a:cubicBezTo>
                <a:cubicBezTo>
                  <a:pt x="15" y="22"/>
                  <a:pt x="15" y="22"/>
                  <a:pt x="15" y="22"/>
                </a:cubicBezTo>
                <a:cubicBezTo>
                  <a:pt x="1" y="8"/>
                  <a:pt x="1" y="8"/>
                  <a:pt x="1" y="8"/>
                </a:cubicBezTo>
                <a:cubicBezTo>
                  <a:pt x="0" y="7"/>
                  <a:pt x="0" y="6"/>
                  <a:pt x="1" y="5"/>
                </a:cubicBezTo>
                <a:cubicBezTo>
                  <a:pt x="5" y="1"/>
                  <a:pt x="5" y="1"/>
                  <a:pt x="5" y="1"/>
                </a:cubicBezTo>
                <a:cubicBezTo>
                  <a:pt x="6" y="0"/>
                  <a:pt x="7" y="0"/>
                  <a:pt x="8" y="1"/>
                </a:cubicBezTo>
                <a:cubicBezTo>
                  <a:pt x="27" y="21"/>
                  <a:pt x="27" y="21"/>
                  <a:pt x="27" y="21"/>
                </a:cubicBezTo>
                <a:cubicBezTo>
                  <a:pt x="28" y="21"/>
                  <a:pt x="28" y="22"/>
                  <a:pt x="27" y="23"/>
                </a:cubicBezTo>
                <a:lnTo>
                  <a:pt x="8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endParaRPr lang="id-ID" sz="2430"/>
          </a:p>
        </p:txBody>
      </p:sp>
      <p:sp>
        <p:nvSpPr>
          <p:cNvPr id="41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9925024" y="9756809"/>
            <a:ext cx="2590828" cy="385074"/>
          </a:xfrm>
        </p:spPr>
        <p:txBody>
          <a:bodyPr lIns="0" rIns="0" anchor="ctr">
            <a:noAutofit/>
          </a:bodyPr>
          <a:lstStyle>
            <a:lvl1pPr marL="0" indent="0" algn="r">
              <a:buNone/>
              <a:defRPr sz="1050" b="0" spc="338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Website or Slogan</a:t>
            </a:r>
          </a:p>
        </p:txBody>
      </p:sp>
      <p:sp>
        <p:nvSpPr>
          <p:cNvPr id="42" name="Oval 41">
            <a:hlinkClick r:id="" action="ppaction://hlinkshowjump?jump=previousslide"/>
          </p:cNvPr>
          <p:cNvSpPr/>
          <p:nvPr userDrawn="1"/>
        </p:nvSpPr>
        <p:spPr>
          <a:xfrm>
            <a:off x="6614681" y="9708825"/>
            <a:ext cx="481444" cy="481038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2870" tIns="51435" rIns="102870" bIns="5143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30"/>
          </a:p>
        </p:txBody>
      </p:sp>
      <p:sp>
        <p:nvSpPr>
          <p:cNvPr id="18" name="Slide Number Placeholder 5"/>
          <p:cNvSpPr txBox="1">
            <a:spLocks/>
          </p:cNvSpPr>
          <p:nvPr userDrawn="1"/>
        </p:nvSpPr>
        <p:spPr>
          <a:xfrm>
            <a:off x="6638373" y="9797103"/>
            <a:ext cx="439254" cy="304482"/>
          </a:xfrm>
          <a:prstGeom prst="rect">
            <a:avLst/>
          </a:prstGeom>
          <a:noFill/>
        </p:spPr>
        <p:txBody>
          <a:bodyPr vert="horz" lIns="0" tIns="51435" rIns="0" bIns="51435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67EBE71-DAF8-4D13-BFB5-6F24DAF3B2C2}" type="slidenum">
              <a:rPr lang="en-US" sz="1350" smtClean="0">
                <a:solidFill>
                  <a:schemeClr val="bg1"/>
                </a:solidFill>
              </a:rPr>
              <a:pPr/>
              <a:t>‹Nr.›</a:t>
            </a:fld>
            <a:endParaRPr lang="en-US" sz="1350">
              <a:solidFill>
                <a:schemeClr val="bg1"/>
              </a:solidFill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9561254"/>
            <a:ext cx="13726672" cy="54864"/>
            <a:chOff x="0" y="6374169"/>
            <a:chExt cx="12201486" cy="36576"/>
          </a:xfrm>
        </p:grpSpPr>
        <p:sp>
          <p:nvSpPr>
            <p:cNvPr id="32" name="Rectangle 31"/>
            <p:cNvSpPr/>
            <p:nvPr userDrawn="1"/>
          </p:nvSpPr>
          <p:spPr>
            <a:xfrm>
              <a:off x="0" y="6374169"/>
              <a:ext cx="3054096" cy="3657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3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3049130" y="6374169"/>
              <a:ext cx="3054096" cy="365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30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098260" y="6374169"/>
              <a:ext cx="3054096" cy="3657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30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9147390" y="6374169"/>
              <a:ext cx="3054096" cy="3657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30"/>
            </a:p>
          </p:txBody>
        </p:sp>
      </p:grpSp>
      <p:grpSp>
        <p:nvGrpSpPr>
          <p:cNvPr id="20" name="Group 19"/>
          <p:cNvGrpSpPr/>
          <p:nvPr userDrawn="1"/>
        </p:nvGrpSpPr>
        <p:grpSpPr>
          <a:xfrm>
            <a:off x="0" y="1085"/>
            <a:ext cx="13726672" cy="54864"/>
            <a:chOff x="0" y="6374169"/>
            <a:chExt cx="12201486" cy="36576"/>
          </a:xfrm>
        </p:grpSpPr>
        <p:sp>
          <p:nvSpPr>
            <p:cNvPr id="21" name="Rectangle 20"/>
            <p:cNvSpPr/>
            <p:nvPr userDrawn="1"/>
          </p:nvSpPr>
          <p:spPr>
            <a:xfrm>
              <a:off x="0" y="6374169"/>
              <a:ext cx="3054096" cy="3657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3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3049130" y="6374169"/>
              <a:ext cx="3054096" cy="365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3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098260" y="6374169"/>
              <a:ext cx="3054096" cy="3657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30"/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9147390" y="6374169"/>
              <a:ext cx="3054096" cy="3657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30"/>
            </a:p>
          </p:txBody>
        </p:sp>
      </p:grpSp>
    </p:spTree>
    <p:extLst>
      <p:ext uri="{BB962C8B-B14F-4D97-AF65-F5344CB8AC3E}">
        <p14:creationId xmlns:p14="http://schemas.microsoft.com/office/powerpoint/2010/main" val="4045450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547690"/>
            <a:ext cx="1183005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2738438"/>
            <a:ext cx="1183005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9534527"/>
            <a:ext cx="30861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D8972-E5AB-4624-8A08-7D7949FEB55B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9534527"/>
            <a:ext cx="462915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9534527"/>
            <a:ext cx="30861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CD0DF-C990-47E5-91B8-BA1687A940F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376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08" userDrawn="1">
          <p15:clr>
            <a:srgbClr val="F26B43"/>
          </p15:clr>
        </p15:guide>
        <p15:guide id="2" pos="756" userDrawn="1">
          <p15:clr>
            <a:srgbClr val="F26B43"/>
          </p15:clr>
        </p15:guide>
        <p15:guide id="3" pos="7884" userDrawn="1">
          <p15:clr>
            <a:srgbClr val="F26B43"/>
          </p15:clr>
        </p15:guide>
        <p15:guide id="4" orient="horz" pos="432" userDrawn="1">
          <p15:clr>
            <a:srgbClr val="F26B43"/>
          </p15:clr>
        </p15:guide>
        <p15:guide id="5" orient="horz" pos="16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954F97-5423-4EB3-AC04-7514F1655A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CH"/>
              <a:t>Visual Board GmbH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3753D6-F421-4F18-89C4-C81C6085D5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CH"/>
              <a:t>13.05.2020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9DE640C-3DA2-4D0C-824D-A404D99998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7067"/>
          <a:stretch/>
        </p:blipFill>
        <p:spPr>
          <a:xfrm>
            <a:off x="0" y="0"/>
            <a:ext cx="13716000" cy="956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761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A86B93-FA88-4751-AC06-E738F41E46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/>
              <a:t>Traktanden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D529BD4-11C5-41B9-A634-C2801A58A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0150" y="1901952"/>
            <a:ext cx="11315700" cy="4754880"/>
          </a:xfrm>
        </p:spPr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de-DE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Projektteam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de-DE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Organisation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de-DE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Ist &amp; Soll-Situation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de-DE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Projektplan &amp; Meilensteine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de-DE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Risiken &amp; </a:t>
            </a:r>
            <a:r>
              <a:rPr lang="de-DE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Massnahmen</a:t>
            </a:r>
            <a:endParaRPr lang="de-DE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de-DE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Kommunikationsplan</a:t>
            </a:r>
            <a:br>
              <a:rPr lang="de-DE" sz="2800" dirty="0"/>
            </a:br>
            <a:endParaRPr lang="de-CH" sz="280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954F97-5423-4EB3-AC04-7514F1655A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CH"/>
              <a:t>Visual Board GmbH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3753D6-F421-4F18-89C4-C81C6085D5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CH"/>
              <a:t>13.05.2020</a:t>
            </a:r>
          </a:p>
        </p:txBody>
      </p:sp>
    </p:spTree>
    <p:extLst>
      <p:ext uri="{BB962C8B-B14F-4D97-AF65-F5344CB8AC3E}">
        <p14:creationId xmlns:p14="http://schemas.microsoft.com/office/powerpoint/2010/main" val="1505339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954F97-5423-4EB3-AC04-7514F1655A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CH"/>
              <a:t>Visual Board GmbH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3753D6-F421-4F18-89C4-C81C6085D5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CH"/>
              <a:t>13.05.2020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E6E6E61-9945-4BEC-B708-791B0A9DF2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211"/>
          <a:stretch/>
        </p:blipFill>
        <p:spPr>
          <a:xfrm>
            <a:off x="0" y="0"/>
            <a:ext cx="13716000" cy="956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490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954F97-5423-4EB3-AC04-7514F1655A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CH"/>
              <a:t>Visual Board GmbH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3753D6-F421-4F18-89C4-C81C6085D5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CH"/>
              <a:t>13.05.2020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DA4B55C-5BCC-4320-AB8C-4EFE8E3FC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869"/>
            <a:ext cx="13716000" cy="521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202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A86B93-FA88-4751-AC06-E738F41E46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Organisation</a:t>
            </a:r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954F97-5423-4EB3-AC04-7514F1655A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CH"/>
              <a:t>Visual Board GmbH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3753D6-F421-4F18-89C4-C81C6085D5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CH"/>
              <a:t>13.05.2020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381ACA6-6E95-4064-86D7-D8E9411F7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1708" y="8230296"/>
            <a:ext cx="4012661" cy="132201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3AAB7A5-DB2A-4CD7-AFAB-792886D43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188" y="2261896"/>
            <a:ext cx="8171520" cy="729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924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A86B93-FA88-4751-AC06-E738F41E46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/>
              <a:t>Ist &amp; Soll-Situation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954F97-5423-4EB3-AC04-7514F1655A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CH"/>
              <a:t>Visual Board GmbH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3753D6-F421-4F18-89C4-C81C6085D5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CH"/>
              <a:t>13.05.2020</a:t>
            </a:r>
          </a:p>
        </p:txBody>
      </p:sp>
      <p:pic>
        <p:nvPicPr>
          <p:cNvPr id="16" name="Grafik 15" descr="Ein Bild, das Screenshot enthält.&#10;&#10;Automatisch generierte Beschreibung">
            <a:extLst>
              <a:ext uri="{FF2B5EF4-FFF2-40B4-BE49-F238E27FC236}">
                <a16:creationId xmlns:a16="http://schemas.microsoft.com/office/drawing/2014/main" id="{2E260DAE-FB09-47B3-B5CE-0A3FCADD4D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6" r="1050" b="3138"/>
          <a:stretch/>
        </p:blipFill>
        <p:spPr>
          <a:xfrm>
            <a:off x="1500188" y="2057400"/>
            <a:ext cx="9884871" cy="6431781"/>
          </a:xfrm>
          <a:prstGeom prst="rect">
            <a:avLst/>
          </a:prstGeom>
        </p:spPr>
      </p:pic>
      <p:pic>
        <p:nvPicPr>
          <p:cNvPr id="14" name="Grafik 13" descr="Ein Bild, das Screenshot enthält.&#10;&#10;Automatisch generierte Beschreibung">
            <a:extLst>
              <a:ext uri="{FF2B5EF4-FFF2-40B4-BE49-F238E27FC236}">
                <a16:creationId xmlns:a16="http://schemas.microsoft.com/office/drawing/2014/main" id="{9B8CAFD3-3E60-4012-8AE7-B36D0330A33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82" t="15074" r="1319" b="3182"/>
          <a:stretch/>
        </p:blipFill>
        <p:spPr>
          <a:xfrm>
            <a:off x="8524876" y="2315780"/>
            <a:ext cx="2860183" cy="617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810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Projektplan</a:t>
            </a:r>
            <a:r>
              <a:rPr lang="en-US"/>
              <a:t> &amp; </a:t>
            </a:r>
            <a:r>
              <a:rPr lang="en-US" err="1"/>
              <a:t>Meilensteine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de-CH"/>
              <a:t>Visual Board GmbH</a:t>
            </a:r>
            <a:endParaRPr lang="en-US"/>
          </a:p>
        </p:txBody>
      </p:sp>
      <p:sp>
        <p:nvSpPr>
          <p:cNvPr id="113" name="Freeform 21"/>
          <p:cNvSpPr>
            <a:spLocks/>
          </p:cNvSpPr>
          <p:nvPr/>
        </p:nvSpPr>
        <p:spPr bwMode="auto">
          <a:xfrm>
            <a:off x="-20127" y="4538302"/>
            <a:ext cx="11118012" cy="3287069"/>
          </a:xfrm>
          <a:custGeom>
            <a:avLst/>
            <a:gdLst>
              <a:gd name="T0" fmla="*/ 0 w 2828"/>
              <a:gd name="T1" fmla="*/ 856 h 1032"/>
              <a:gd name="T2" fmla="*/ 660 w 2828"/>
              <a:gd name="T3" fmla="*/ 540 h 1032"/>
              <a:gd name="T4" fmla="*/ 1232 w 2828"/>
              <a:gd name="T5" fmla="*/ 720 h 1032"/>
              <a:gd name="T6" fmla="*/ 1772 w 2828"/>
              <a:gd name="T7" fmla="*/ 320 h 1032"/>
              <a:gd name="T8" fmla="*/ 2315 w 2828"/>
              <a:gd name="T9" fmla="*/ 479 h 1032"/>
              <a:gd name="T10" fmla="*/ 2828 w 2828"/>
              <a:gd name="T11" fmla="*/ 0 h 1032"/>
              <a:gd name="connsiteX0" fmla="*/ 0 w 15735"/>
              <a:gd name="connsiteY0" fmla="*/ 12897 h 13263"/>
              <a:gd name="connsiteX1" fmla="*/ 2334 w 15735"/>
              <a:gd name="connsiteY1" fmla="*/ 9835 h 13263"/>
              <a:gd name="connsiteX2" fmla="*/ 4356 w 15735"/>
              <a:gd name="connsiteY2" fmla="*/ 11579 h 13263"/>
              <a:gd name="connsiteX3" fmla="*/ 6266 w 15735"/>
              <a:gd name="connsiteY3" fmla="*/ 7703 h 13263"/>
              <a:gd name="connsiteX4" fmla="*/ 8186 w 15735"/>
              <a:gd name="connsiteY4" fmla="*/ 9243 h 13263"/>
              <a:gd name="connsiteX5" fmla="*/ 15735 w 15735"/>
              <a:gd name="connsiteY5" fmla="*/ 0 h 13263"/>
              <a:gd name="connsiteX0" fmla="*/ 0 w 15735"/>
              <a:gd name="connsiteY0" fmla="*/ 12897 h 13263"/>
              <a:gd name="connsiteX1" fmla="*/ 2334 w 15735"/>
              <a:gd name="connsiteY1" fmla="*/ 9835 h 13263"/>
              <a:gd name="connsiteX2" fmla="*/ 4356 w 15735"/>
              <a:gd name="connsiteY2" fmla="*/ 11579 h 13263"/>
              <a:gd name="connsiteX3" fmla="*/ 6266 w 15735"/>
              <a:gd name="connsiteY3" fmla="*/ 7703 h 13263"/>
              <a:gd name="connsiteX4" fmla="*/ 8186 w 15735"/>
              <a:gd name="connsiteY4" fmla="*/ 9243 h 13263"/>
              <a:gd name="connsiteX5" fmla="*/ 15735 w 15735"/>
              <a:gd name="connsiteY5" fmla="*/ 0 h 13263"/>
              <a:gd name="connsiteX0" fmla="*/ 0 w 15735"/>
              <a:gd name="connsiteY0" fmla="*/ 12897 h 13263"/>
              <a:gd name="connsiteX1" fmla="*/ 2334 w 15735"/>
              <a:gd name="connsiteY1" fmla="*/ 9835 h 13263"/>
              <a:gd name="connsiteX2" fmla="*/ 4356 w 15735"/>
              <a:gd name="connsiteY2" fmla="*/ 11579 h 13263"/>
              <a:gd name="connsiteX3" fmla="*/ 6266 w 15735"/>
              <a:gd name="connsiteY3" fmla="*/ 7703 h 13263"/>
              <a:gd name="connsiteX4" fmla="*/ 8186 w 15735"/>
              <a:gd name="connsiteY4" fmla="*/ 9243 h 13263"/>
              <a:gd name="connsiteX5" fmla="*/ 15735 w 15735"/>
              <a:gd name="connsiteY5" fmla="*/ 0 h 13263"/>
              <a:gd name="connsiteX0" fmla="*/ 0 w 15735"/>
              <a:gd name="connsiteY0" fmla="*/ 13262 h 13628"/>
              <a:gd name="connsiteX1" fmla="*/ 2334 w 15735"/>
              <a:gd name="connsiteY1" fmla="*/ 10200 h 13628"/>
              <a:gd name="connsiteX2" fmla="*/ 4356 w 15735"/>
              <a:gd name="connsiteY2" fmla="*/ 11944 h 13628"/>
              <a:gd name="connsiteX3" fmla="*/ 6266 w 15735"/>
              <a:gd name="connsiteY3" fmla="*/ 8068 h 13628"/>
              <a:gd name="connsiteX4" fmla="*/ 8186 w 15735"/>
              <a:gd name="connsiteY4" fmla="*/ 9608 h 13628"/>
              <a:gd name="connsiteX5" fmla="*/ 15735 w 15735"/>
              <a:gd name="connsiteY5" fmla="*/ 0 h 13628"/>
              <a:gd name="connsiteX0" fmla="*/ 0 w 15735"/>
              <a:gd name="connsiteY0" fmla="*/ 13262 h 13628"/>
              <a:gd name="connsiteX1" fmla="*/ 2334 w 15735"/>
              <a:gd name="connsiteY1" fmla="*/ 10200 h 13628"/>
              <a:gd name="connsiteX2" fmla="*/ 4356 w 15735"/>
              <a:gd name="connsiteY2" fmla="*/ 11944 h 13628"/>
              <a:gd name="connsiteX3" fmla="*/ 6266 w 15735"/>
              <a:gd name="connsiteY3" fmla="*/ 8068 h 13628"/>
              <a:gd name="connsiteX4" fmla="*/ 9970 w 15735"/>
              <a:gd name="connsiteY4" fmla="*/ 10975 h 13628"/>
              <a:gd name="connsiteX5" fmla="*/ 15735 w 15735"/>
              <a:gd name="connsiteY5" fmla="*/ 0 h 13628"/>
              <a:gd name="connsiteX0" fmla="*/ 0 w 15735"/>
              <a:gd name="connsiteY0" fmla="*/ 13262 h 13628"/>
              <a:gd name="connsiteX1" fmla="*/ 2334 w 15735"/>
              <a:gd name="connsiteY1" fmla="*/ 10200 h 13628"/>
              <a:gd name="connsiteX2" fmla="*/ 4356 w 15735"/>
              <a:gd name="connsiteY2" fmla="*/ 11944 h 13628"/>
              <a:gd name="connsiteX3" fmla="*/ 6266 w 15735"/>
              <a:gd name="connsiteY3" fmla="*/ 8068 h 13628"/>
              <a:gd name="connsiteX4" fmla="*/ 9970 w 15735"/>
              <a:gd name="connsiteY4" fmla="*/ 10975 h 13628"/>
              <a:gd name="connsiteX5" fmla="*/ 15735 w 15735"/>
              <a:gd name="connsiteY5" fmla="*/ 0 h 13628"/>
              <a:gd name="connsiteX0" fmla="*/ 0 w 15735"/>
              <a:gd name="connsiteY0" fmla="*/ 13262 h 13628"/>
              <a:gd name="connsiteX1" fmla="*/ 2334 w 15735"/>
              <a:gd name="connsiteY1" fmla="*/ 10200 h 13628"/>
              <a:gd name="connsiteX2" fmla="*/ 4356 w 15735"/>
              <a:gd name="connsiteY2" fmla="*/ 11944 h 13628"/>
              <a:gd name="connsiteX3" fmla="*/ 6266 w 15735"/>
              <a:gd name="connsiteY3" fmla="*/ 8068 h 13628"/>
              <a:gd name="connsiteX4" fmla="*/ 9970 w 15735"/>
              <a:gd name="connsiteY4" fmla="*/ 10975 h 13628"/>
              <a:gd name="connsiteX5" fmla="*/ 15735 w 15735"/>
              <a:gd name="connsiteY5" fmla="*/ 0 h 13628"/>
              <a:gd name="connsiteX0" fmla="*/ 0 w 15735"/>
              <a:gd name="connsiteY0" fmla="*/ 13262 h 13628"/>
              <a:gd name="connsiteX1" fmla="*/ 2334 w 15735"/>
              <a:gd name="connsiteY1" fmla="*/ 10200 h 13628"/>
              <a:gd name="connsiteX2" fmla="*/ 4356 w 15735"/>
              <a:gd name="connsiteY2" fmla="*/ 11944 h 13628"/>
              <a:gd name="connsiteX3" fmla="*/ 6266 w 15735"/>
              <a:gd name="connsiteY3" fmla="*/ 8068 h 13628"/>
              <a:gd name="connsiteX4" fmla="*/ 9970 w 15735"/>
              <a:gd name="connsiteY4" fmla="*/ 10975 h 13628"/>
              <a:gd name="connsiteX5" fmla="*/ 15735 w 15735"/>
              <a:gd name="connsiteY5" fmla="*/ 0 h 13628"/>
              <a:gd name="connsiteX0" fmla="*/ 0 w 15735"/>
              <a:gd name="connsiteY0" fmla="*/ 13262 h 13628"/>
              <a:gd name="connsiteX1" fmla="*/ 2334 w 15735"/>
              <a:gd name="connsiteY1" fmla="*/ 10200 h 13628"/>
              <a:gd name="connsiteX2" fmla="*/ 4356 w 15735"/>
              <a:gd name="connsiteY2" fmla="*/ 11944 h 13628"/>
              <a:gd name="connsiteX3" fmla="*/ 6266 w 15735"/>
              <a:gd name="connsiteY3" fmla="*/ 8068 h 13628"/>
              <a:gd name="connsiteX4" fmla="*/ 9970 w 15735"/>
              <a:gd name="connsiteY4" fmla="*/ 10975 h 13628"/>
              <a:gd name="connsiteX5" fmla="*/ 15735 w 15735"/>
              <a:gd name="connsiteY5" fmla="*/ 0 h 13628"/>
              <a:gd name="connsiteX0" fmla="*/ 0 w 15735"/>
              <a:gd name="connsiteY0" fmla="*/ 13262 h 13628"/>
              <a:gd name="connsiteX1" fmla="*/ 2334 w 15735"/>
              <a:gd name="connsiteY1" fmla="*/ 10200 h 13628"/>
              <a:gd name="connsiteX2" fmla="*/ 4356 w 15735"/>
              <a:gd name="connsiteY2" fmla="*/ 11944 h 13628"/>
              <a:gd name="connsiteX3" fmla="*/ 6966 w 15735"/>
              <a:gd name="connsiteY3" fmla="*/ 8888 h 13628"/>
              <a:gd name="connsiteX4" fmla="*/ 9970 w 15735"/>
              <a:gd name="connsiteY4" fmla="*/ 10975 h 13628"/>
              <a:gd name="connsiteX5" fmla="*/ 15735 w 15735"/>
              <a:gd name="connsiteY5" fmla="*/ 0 h 13628"/>
              <a:gd name="connsiteX0" fmla="*/ 0 w 15735"/>
              <a:gd name="connsiteY0" fmla="*/ 13262 h 13628"/>
              <a:gd name="connsiteX1" fmla="*/ 2334 w 15735"/>
              <a:gd name="connsiteY1" fmla="*/ 10200 h 13628"/>
              <a:gd name="connsiteX2" fmla="*/ 4356 w 15735"/>
              <a:gd name="connsiteY2" fmla="*/ 11944 h 13628"/>
              <a:gd name="connsiteX3" fmla="*/ 6966 w 15735"/>
              <a:gd name="connsiteY3" fmla="*/ 8888 h 13628"/>
              <a:gd name="connsiteX4" fmla="*/ 9970 w 15735"/>
              <a:gd name="connsiteY4" fmla="*/ 10975 h 13628"/>
              <a:gd name="connsiteX5" fmla="*/ 15735 w 15735"/>
              <a:gd name="connsiteY5" fmla="*/ 0 h 13628"/>
              <a:gd name="connsiteX0" fmla="*/ 0 w 15735"/>
              <a:gd name="connsiteY0" fmla="*/ 13262 h 13637"/>
              <a:gd name="connsiteX1" fmla="*/ 2334 w 15735"/>
              <a:gd name="connsiteY1" fmla="*/ 10200 h 13637"/>
              <a:gd name="connsiteX2" fmla="*/ 4439 w 15735"/>
              <a:gd name="connsiteY2" fmla="*/ 12536 h 13637"/>
              <a:gd name="connsiteX3" fmla="*/ 6966 w 15735"/>
              <a:gd name="connsiteY3" fmla="*/ 8888 h 13637"/>
              <a:gd name="connsiteX4" fmla="*/ 9970 w 15735"/>
              <a:gd name="connsiteY4" fmla="*/ 10975 h 13637"/>
              <a:gd name="connsiteX5" fmla="*/ 15735 w 15735"/>
              <a:gd name="connsiteY5" fmla="*/ 0 h 13637"/>
              <a:gd name="connsiteX0" fmla="*/ 0 w 15735"/>
              <a:gd name="connsiteY0" fmla="*/ 13262 h 13637"/>
              <a:gd name="connsiteX1" fmla="*/ 2334 w 15735"/>
              <a:gd name="connsiteY1" fmla="*/ 10200 h 13637"/>
              <a:gd name="connsiteX2" fmla="*/ 4439 w 15735"/>
              <a:gd name="connsiteY2" fmla="*/ 12536 h 13637"/>
              <a:gd name="connsiteX3" fmla="*/ 6966 w 15735"/>
              <a:gd name="connsiteY3" fmla="*/ 8888 h 13637"/>
              <a:gd name="connsiteX4" fmla="*/ 9970 w 15735"/>
              <a:gd name="connsiteY4" fmla="*/ 10975 h 13637"/>
              <a:gd name="connsiteX5" fmla="*/ 15735 w 15735"/>
              <a:gd name="connsiteY5" fmla="*/ 0 h 13637"/>
              <a:gd name="connsiteX0" fmla="*/ 0 w 15735"/>
              <a:gd name="connsiteY0" fmla="*/ 13262 h 13637"/>
              <a:gd name="connsiteX1" fmla="*/ 2334 w 15735"/>
              <a:gd name="connsiteY1" fmla="*/ 10200 h 13637"/>
              <a:gd name="connsiteX2" fmla="*/ 4439 w 15735"/>
              <a:gd name="connsiteY2" fmla="*/ 12536 h 13637"/>
              <a:gd name="connsiteX3" fmla="*/ 6966 w 15735"/>
              <a:gd name="connsiteY3" fmla="*/ 8888 h 13637"/>
              <a:gd name="connsiteX4" fmla="*/ 10687 w 15735"/>
              <a:gd name="connsiteY4" fmla="*/ 10292 h 13637"/>
              <a:gd name="connsiteX5" fmla="*/ 15735 w 15735"/>
              <a:gd name="connsiteY5" fmla="*/ 0 h 13637"/>
              <a:gd name="connsiteX0" fmla="*/ 0 w 15735"/>
              <a:gd name="connsiteY0" fmla="*/ 13262 h 13637"/>
              <a:gd name="connsiteX1" fmla="*/ 2334 w 15735"/>
              <a:gd name="connsiteY1" fmla="*/ 10200 h 13637"/>
              <a:gd name="connsiteX2" fmla="*/ 4439 w 15735"/>
              <a:gd name="connsiteY2" fmla="*/ 12536 h 13637"/>
              <a:gd name="connsiteX3" fmla="*/ 6966 w 15735"/>
              <a:gd name="connsiteY3" fmla="*/ 8888 h 13637"/>
              <a:gd name="connsiteX4" fmla="*/ 10687 w 15735"/>
              <a:gd name="connsiteY4" fmla="*/ 10292 h 13637"/>
              <a:gd name="connsiteX5" fmla="*/ 15735 w 15735"/>
              <a:gd name="connsiteY5" fmla="*/ 0 h 13637"/>
              <a:gd name="connsiteX0" fmla="*/ 0 w 15735"/>
              <a:gd name="connsiteY0" fmla="*/ 13262 h 13637"/>
              <a:gd name="connsiteX1" fmla="*/ 2334 w 15735"/>
              <a:gd name="connsiteY1" fmla="*/ 10200 h 13637"/>
              <a:gd name="connsiteX2" fmla="*/ 4439 w 15735"/>
              <a:gd name="connsiteY2" fmla="*/ 12536 h 13637"/>
              <a:gd name="connsiteX3" fmla="*/ 7416 w 15735"/>
              <a:gd name="connsiteY3" fmla="*/ 9116 h 13637"/>
              <a:gd name="connsiteX4" fmla="*/ 10687 w 15735"/>
              <a:gd name="connsiteY4" fmla="*/ 10292 h 13637"/>
              <a:gd name="connsiteX5" fmla="*/ 15735 w 15735"/>
              <a:gd name="connsiteY5" fmla="*/ 0 h 13637"/>
              <a:gd name="connsiteX0" fmla="*/ 0 w 15735"/>
              <a:gd name="connsiteY0" fmla="*/ 13262 h 13637"/>
              <a:gd name="connsiteX1" fmla="*/ 2334 w 15735"/>
              <a:gd name="connsiteY1" fmla="*/ 10200 h 13637"/>
              <a:gd name="connsiteX2" fmla="*/ 4439 w 15735"/>
              <a:gd name="connsiteY2" fmla="*/ 12536 h 13637"/>
              <a:gd name="connsiteX3" fmla="*/ 7416 w 15735"/>
              <a:gd name="connsiteY3" fmla="*/ 9116 h 13637"/>
              <a:gd name="connsiteX4" fmla="*/ 10687 w 15735"/>
              <a:gd name="connsiteY4" fmla="*/ 10292 h 13637"/>
              <a:gd name="connsiteX5" fmla="*/ 15735 w 15735"/>
              <a:gd name="connsiteY5" fmla="*/ 0 h 13637"/>
              <a:gd name="connsiteX0" fmla="*/ 0 w 15735"/>
              <a:gd name="connsiteY0" fmla="*/ 13262 h 13637"/>
              <a:gd name="connsiteX1" fmla="*/ 2334 w 15735"/>
              <a:gd name="connsiteY1" fmla="*/ 10200 h 13637"/>
              <a:gd name="connsiteX2" fmla="*/ 4439 w 15735"/>
              <a:gd name="connsiteY2" fmla="*/ 12536 h 13637"/>
              <a:gd name="connsiteX3" fmla="*/ 7416 w 15735"/>
              <a:gd name="connsiteY3" fmla="*/ 9116 h 13637"/>
              <a:gd name="connsiteX4" fmla="*/ 10687 w 15735"/>
              <a:gd name="connsiteY4" fmla="*/ 10292 h 13637"/>
              <a:gd name="connsiteX5" fmla="*/ 15735 w 15735"/>
              <a:gd name="connsiteY5" fmla="*/ 0 h 13637"/>
              <a:gd name="connsiteX0" fmla="*/ 0 w 15735"/>
              <a:gd name="connsiteY0" fmla="*/ 13262 h 13639"/>
              <a:gd name="connsiteX1" fmla="*/ 2334 w 15735"/>
              <a:gd name="connsiteY1" fmla="*/ 10200 h 13639"/>
              <a:gd name="connsiteX2" fmla="*/ 5156 w 15735"/>
              <a:gd name="connsiteY2" fmla="*/ 12354 h 13639"/>
              <a:gd name="connsiteX3" fmla="*/ 7416 w 15735"/>
              <a:gd name="connsiteY3" fmla="*/ 9116 h 13639"/>
              <a:gd name="connsiteX4" fmla="*/ 10687 w 15735"/>
              <a:gd name="connsiteY4" fmla="*/ 10292 h 13639"/>
              <a:gd name="connsiteX5" fmla="*/ 15735 w 15735"/>
              <a:gd name="connsiteY5" fmla="*/ 0 h 13639"/>
              <a:gd name="connsiteX0" fmla="*/ 0 w 15735"/>
              <a:gd name="connsiteY0" fmla="*/ 13262 h 13639"/>
              <a:gd name="connsiteX1" fmla="*/ 2334 w 15735"/>
              <a:gd name="connsiteY1" fmla="*/ 10200 h 13639"/>
              <a:gd name="connsiteX2" fmla="*/ 5156 w 15735"/>
              <a:gd name="connsiteY2" fmla="*/ 12354 h 13639"/>
              <a:gd name="connsiteX3" fmla="*/ 7416 w 15735"/>
              <a:gd name="connsiteY3" fmla="*/ 9116 h 13639"/>
              <a:gd name="connsiteX4" fmla="*/ 10687 w 15735"/>
              <a:gd name="connsiteY4" fmla="*/ 10292 h 13639"/>
              <a:gd name="connsiteX5" fmla="*/ 15735 w 15735"/>
              <a:gd name="connsiteY5" fmla="*/ 0 h 13639"/>
              <a:gd name="connsiteX0" fmla="*/ 0 w 15735"/>
              <a:gd name="connsiteY0" fmla="*/ 13262 h 13645"/>
              <a:gd name="connsiteX1" fmla="*/ 2334 w 15735"/>
              <a:gd name="connsiteY1" fmla="*/ 10200 h 13645"/>
              <a:gd name="connsiteX2" fmla="*/ 5073 w 15735"/>
              <a:gd name="connsiteY2" fmla="*/ 11762 h 13645"/>
              <a:gd name="connsiteX3" fmla="*/ 7416 w 15735"/>
              <a:gd name="connsiteY3" fmla="*/ 9116 h 13645"/>
              <a:gd name="connsiteX4" fmla="*/ 10687 w 15735"/>
              <a:gd name="connsiteY4" fmla="*/ 10292 h 13645"/>
              <a:gd name="connsiteX5" fmla="*/ 15735 w 15735"/>
              <a:gd name="connsiteY5" fmla="*/ 0 h 13645"/>
              <a:gd name="connsiteX0" fmla="*/ 0 w 15735"/>
              <a:gd name="connsiteY0" fmla="*/ 13262 h 13645"/>
              <a:gd name="connsiteX1" fmla="*/ 2334 w 15735"/>
              <a:gd name="connsiteY1" fmla="*/ 10200 h 13645"/>
              <a:gd name="connsiteX2" fmla="*/ 5073 w 15735"/>
              <a:gd name="connsiteY2" fmla="*/ 11762 h 13645"/>
              <a:gd name="connsiteX3" fmla="*/ 7499 w 15735"/>
              <a:gd name="connsiteY3" fmla="*/ 8022 h 13645"/>
              <a:gd name="connsiteX4" fmla="*/ 10687 w 15735"/>
              <a:gd name="connsiteY4" fmla="*/ 10292 h 13645"/>
              <a:gd name="connsiteX5" fmla="*/ 15735 w 15735"/>
              <a:gd name="connsiteY5" fmla="*/ 0 h 13645"/>
              <a:gd name="connsiteX0" fmla="*/ 0 w 15735"/>
              <a:gd name="connsiteY0" fmla="*/ 13262 h 13645"/>
              <a:gd name="connsiteX1" fmla="*/ 2334 w 15735"/>
              <a:gd name="connsiteY1" fmla="*/ 10200 h 13645"/>
              <a:gd name="connsiteX2" fmla="*/ 5073 w 15735"/>
              <a:gd name="connsiteY2" fmla="*/ 11762 h 13645"/>
              <a:gd name="connsiteX3" fmla="*/ 7532 w 15735"/>
              <a:gd name="connsiteY3" fmla="*/ 7384 h 13645"/>
              <a:gd name="connsiteX4" fmla="*/ 10687 w 15735"/>
              <a:gd name="connsiteY4" fmla="*/ 10292 h 13645"/>
              <a:gd name="connsiteX5" fmla="*/ 15735 w 15735"/>
              <a:gd name="connsiteY5" fmla="*/ 0 h 13645"/>
              <a:gd name="connsiteX0" fmla="*/ 0 w 15735"/>
              <a:gd name="connsiteY0" fmla="*/ 13262 h 13645"/>
              <a:gd name="connsiteX1" fmla="*/ 2334 w 15735"/>
              <a:gd name="connsiteY1" fmla="*/ 10200 h 13645"/>
              <a:gd name="connsiteX2" fmla="*/ 5073 w 15735"/>
              <a:gd name="connsiteY2" fmla="*/ 11762 h 13645"/>
              <a:gd name="connsiteX3" fmla="*/ 7532 w 15735"/>
              <a:gd name="connsiteY3" fmla="*/ 7384 h 13645"/>
              <a:gd name="connsiteX4" fmla="*/ 10687 w 15735"/>
              <a:gd name="connsiteY4" fmla="*/ 10292 h 13645"/>
              <a:gd name="connsiteX5" fmla="*/ 15735 w 15735"/>
              <a:gd name="connsiteY5" fmla="*/ 0 h 13645"/>
              <a:gd name="connsiteX0" fmla="*/ 0 w 15735"/>
              <a:gd name="connsiteY0" fmla="*/ 13262 h 13609"/>
              <a:gd name="connsiteX1" fmla="*/ 2834 w 15735"/>
              <a:gd name="connsiteY1" fmla="*/ 9608 h 13609"/>
              <a:gd name="connsiteX2" fmla="*/ 5073 w 15735"/>
              <a:gd name="connsiteY2" fmla="*/ 11762 h 13609"/>
              <a:gd name="connsiteX3" fmla="*/ 7532 w 15735"/>
              <a:gd name="connsiteY3" fmla="*/ 7384 h 13609"/>
              <a:gd name="connsiteX4" fmla="*/ 10687 w 15735"/>
              <a:gd name="connsiteY4" fmla="*/ 10292 h 13609"/>
              <a:gd name="connsiteX5" fmla="*/ 15735 w 15735"/>
              <a:gd name="connsiteY5" fmla="*/ 0 h 13609"/>
              <a:gd name="connsiteX0" fmla="*/ 0 w 15735"/>
              <a:gd name="connsiteY0" fmla="*/ 13262 h 13262"/>
              <a:gd name="connsiteX1" fmla="*/ 2834 w 15735"/>
              <a:gd name="connsiteY1" fmla="*/ 9608 h 13262"/>
              <a:gd name="connsiteX2" fmla="*/ 5073 w 15735"/>
              <a:gd name="connsiteY2" fmla="*/ 11762 h 13262"/>
              <a:gd name="connsiteX3" fmla="*/ 7532 w 15735"/>
              <a:gd name="connsiteY3" fmla="*/ 7384 h 13262"/>
              <a:gd name="connsiteX4" fmla="*/ 10687 w 15735"/>
              <a:gd name="connsiteY4" fmla="*/ 10292 h 13262"/>
              <a:gd name="connsiteX5" fmla="*/ 15735 w 15735"/>
              <a:gd name="connsiteY5" fmla="*/ 0 h 13262"/>
              <a:gd name="connsiteX0" fmla="*/ 0 w 15735"/>
              <a:gd name="connsiteY0" fmla="*/ 13262 h 13262"/>
              <a:gd name="connsiteX1" fmla="*/ 2917 w 15735"/>
              <a:gd name="connsiteY1" fmla="*/ 9471 h 13262"/>
              <a:gd name="connsiteX2" fmla="*/ 5073 w 15735"/>
              <a:gd name="connsiteY2" fmla="*/ 11762 h 13262"/>
              <a:gd name="connsiteX3" fmla="*/ 7532 w 15735"/>
              <a:gd name="connsiteY3" fmla="*/ 7384 h 13262"/>
              <a:gd name="connsiteX4" fmla="*/ 10687 w 15735"/>
              <a:gd name="connsiteY4" fmla="*/ 10292 h 13262"/>
              <a:gd name="connsiteX5" fmla="*/ 15735 w 15735"/>
              <a:gd name="connsiteY5" fmla="*/ 0 h 13262"/>
              <a:gd name="connsiteX0" fmla="*/ 0 w 15735"/>
              <a:gd name="connsiteY0" fmla="*/ 13262 h 13262"/>
              <a:gd name="connsiteX1" fmla="*/ 2917 w 15735"/>
              <a:gd name="connsiteY1" fmla="*/ 9471 h 13262"/>
              <a:gd name="connsiteX2" fmla="*/ 5073 w 15735"/>
              <a:gd name="connsiteY2" fmla="*/ 11762 h 13262"/>
              <a:gd name="connsiteX3" fmla="*/ 7532 w 15735"/>
              <a:gd name="connsiteY3" fmla="*/ 7384 h 13262"/>
              <a:gd name="connsiteX4" fmla="*/ 10687 w 15735"/>
              <a:gd name="connsiteY4" fmla="*/ 10292 h 13262"/>
              <a:gd name="connsiteX5" fmla="*/ 15735 w 15735"/>
              <a:gd name="connsiteY5" fmla="*/ 0 h 13262"/>
              <a:gd name="connsiteX0" fmla="*/ 0 w 15735"/>
              <a:gd name="connsiteY0" fmla="*/ 13262 h 13262"/>
              <a:gd name="connsiteX1" fmla="*/ 2917 w 15735"/>
              <a:gd name="connsiteY1" fmla="*/ 9471 h 13262"/>
              <a:gd name="connsiteX2" fmla="*/ 5073 w 15735"/>
              <a:gd name="connsiteY2" fmla="*/ 11762 h 13262"/>
              <a:gd name="connsiteX3" fmla="*/ 7532 w 15735"/>
              <a:gd name="connsiteY3" fmla="*/ 7384 h 13262"/>
              <a:gd name="connsiteX4" fmla="*/ 10687 w 15735"/>
              <a:gd name="connsiteY4" fmla="*/ 10292 h 13262"/>
              <a:gd name="connsiteX5" fmla="*/ 15735 w 15735"/>
              <a:gd name="connsiteY5" fmla="*/ 0 h 13262"/>
              <a:gd name="connsiteX0" fmla="*/ 0 w 15735"/>
              <a:gd name="connsiteY0" fmla="*/ 13262 h 13262"/>
              <a:gd name="connsiteX1" fmla="*/ 2917 w 15735"/>
              <a:gd name="connsiteY1" fmla="*/ 9471 h 13262"/>
              <a:gd name="connsiteX2" fmla="*/ 5523 w 15735"/>
              <a:gd name="connsiteY2" fmla="*/ 11352 h 13262"/>
              <a:gd name="connsiteX3" fmla="*/ 7532 w 15735"/>
              <a:gd name="connsiteY3" fmla="*/ 7384 h 13262"/>
              <a:gd name="connsiteX4" fmla="*/ 10687 w 15735"/>
              <a:gd name="connsiteY4" fmla="*/ 10292 h 13262"/>
              <a:gd name="connsiteX5" fmla="*/ 15735 w 15735"/>
              <a:gd name="connsiteY5" fmla="*/ 0 h 13262"/>
              <a:gd name="connsiteX0" fmla="*/ 0 w 15735"/>
              <a:gd name="connsiteY0" fmla="*/ 13262 h 13262"/>
              <a:gd name="connsiteX1" fmla="*/ 2917 w 15735"/>
              <a:gd name="connsiteY1" fmla="*/ 9471 h 13262"/>
              <a:gd name="connsiteX2" fmla="*/ 5523 w 15735"/>
              <a:gd name="connsiteY2" fmla="*/ 11352 h 13262"/>
              <a:gd name="connsiteX3" fmla="*/ 7532 w 15735"/>
              <a:gd name="connsiteY3" fmla="*/ 7384 h 13262"/>
              <a:gd name="connsiteX4" fmla="*/ 10687 w 15735"/>
              <a:gd name="connsiteY4" fmla="*/ 10292 h 13262"/>
              <a:gd name="connsiteX5" fmla="*/ 15735 w 15735"/>
              <a:gd name="connsiteY5" fmla="*/ 0 h 13262"/>
              <a:gd name="connsiteX0" fmla="*/ 0 w 15735"/>
              <a:gd name="connsiteY0" fmla="*/ 13262 h 13262"/>
              <a:gd name="connsiteX1" fmla="*/ 2917 w 15735"/>
              <a:gd name="connsiteY1" fmla="*/ 9471 h 13262"/>
              <a:gd name="connsiteX2" fmla="*/ 5523 w 15735"/>
              <a:gd name="connsiteY2" fmla="*/ 11352 h 13262"/>
              <a:gd name="connsiteX3" fmla="*/ 7532 w 15735"/>
              <a:gd name="connsiteY3" fmla="*/ 7384 h 13262"/>
              <a:gd name="connsiteX4" fmla="*/ 10687 w 15735"/>
              <a:gd name="connsiteY4" fmla="*/ 10292 h 13262"/>
              <a:gd name="connsiteX5" fmla="*/ 15735 w 15735"/>
              <a:gd name="connsiteY5" fmla="*/ 0 h 13262"/>
              <a:gd name="connsiteX0" fmla="*/ 0 w 15735"/>
              <a:gd name="connsiteY0" fmla="*/ 13262 h 13262"/>
              <a:gd name="connsiteX1" fmla="*/ 2917 w 15735"/>
              <a:gd name="connsiteY1" fmla="*/ 9471 h 13262"/>
              <a:gd name="connsiteX2" fmla="*/ 5523 w 15735"/>
              <a:gd name="connsiteY2" fmla="*/ 11352 h 13262"/>
              <a:gd name="connsiteX3" fmla="*/ 7532 w 15735"/>
              <a:gd name="connsiteY3" fmla="*/ 7384 h 13262"/>
              <a:gd name="connsiteX4" fmla="*/ 10687 w 15735"/>
              <a:gd name="connsiteY4" fmla="*/ 10292 h 13262"/>
              <a:gd name="connsiteX5" fmla="*/ 15735 w 15735"/>
              <a:gd name="connsiteY5" fmla="*/ 0 h 13262"/>
              <a:gd name="connsiteX0" fmla="*/ 0 w 15735"/>
              <a:gd name="connsiteY0" fmla="*/ 13262 h 13262"/>
              <a:gd name="connsiteX1" fmla="*/ 2917 w 15735"/>
              <a:gd name="connsiteY1" fmla="*/ 9471 h 13262"/>
              <a:gd name="connsiteX2" fmla="*/ 5523 w 15735"/>
              <a:gd name="connsiteY2" fmla="*/ 11352 h 13262"/>
              <a:gd name="connsiteX3" fmla="*/ 7532 w 15735"/>
              <a:gd name="connsiteY3" fmla="*/ 7384 h 13262"/>
              <a:gd name="connsiteX4" fmla="*/ 10687 w 15735"/>
              <a:gd name="connsiteY4" fmla="*/ 10292 h 13262"/>
              <a:gd name="connsiteX5" fmla="*/ 15735 w 15735"/>
              <a:gd name="connsiteY5" fmla="*/ 0 h 13262"/>
              <a:gd name="connsiteX0" fmla="*/ 0 w 15735"/>
              <a:gd name="connsiteY0" fmla="*/ 13262 h 13262"/>
              <a:gd name="connsiteX1" fmla="*/ 2917 w 15735"/>
              <a:gd name="connsiteY1" fmla="*/ 9471 h 13262"/>
              <a:gd name="connsiteX2" fmla="*/ 5523 w 15735"/>
              <a:gd name="connsiteY2" fmla="*/ 11352 h 13262"/>
              <a:gd name="connsiteX3" fmla="*/ 7532 w 15735"/>
              <a:gd name="connsiteY3" fmla="*/ 7384 h 13262"/>
              <a:gd name="connsiteX4" fmla="*/ 10937 w 15735"/>
              <a:gd name="connsiteY4" fmla="*/ 10110 h 13262"/>
              <a:gd name="connsiteX5" fmla="*/ 15735 w 15735"/>
              <a:gd name="connsiteY5" fmla="*/ 0 h 13262"/>
              <a:gd name="connsiteX0" fmla="*/ 0 w 15735"/>
              <a:gd name="connsiteY0" fmla="*/ 13262 h 13262"/>
              <a:gd name="connsiteX1" fmla="*/ 2917 w 15735"/>
              <a:gd name="connsiteY1" fmla="*/ 9471 h 13262"/>
              <a:gd name="connsiteX2" fmla="*/ 5523 w 15735"/>
              <a:gd name="connsiteY2" fmla="*/ 11352 h 13262"/>
              <a:gd name="connsiteX3" fmla="*/ 7932 w 15735"/>
              <a:gd name="connsiteY3" fmla="*/ 7019 h 13262"/>
              <a:gd name="connsiteX4" fmla="*/ 10937 w 15735"/>
              <a:gd name="connsiteY4" fmla="*/ 10110 h 13262"/>
              <a:gd name="connsiteX5" fmla="*/ 15735 w 15735"/>
              <a:gd name="connsiteY5" fmla="*/ 0 h 13262"/>
              <a:gd name="connsiteX0" fmla="*/ 0 w 15735"/>
              <a:gd name="connsiteY0" fmla="*/ 15328 h 15328"/>
              <a:gd name="connsiteX1" fmla="*/ 2917 w 15735"/>
              <a:gd name="connsiteY1" fmla="*/ 9471 h 15328"/>
              <a:gd name="connsiteX2" fmla="*/ 5523 w 15735"/>
              <a:gd name="connsiteY2" fmla="*/ 11352 h 15328"/>
              <a:gd name="connsiteX3" fmla="*/ 7932 w 15735"/>
              <a:gd name="connsiteY3" fmla="*/ 7019 h 15328"/>
              <a:gd name="connsiteX4" fmla="*/ 10937 w 15735"/>
              <a:gd name="connsiteY4" fmla="*/ 10110 h 15328"/>
              <a:gd name="connsiteX5" fmla="*/ 15735 w 15735"/>
              <a:gd name="connsiteY5" fmla="*/ 0 h 15328"/>
              <a:gd name="connsiteX0" fmla="*/ 0 w 15735"/>
              <a:gd name="connsiteY0" fmla="*/ 15328 h 15328"/>
              <a:gd name="connsiteX1" fmla="*/ 2961 w 15735"/>
              <a:gd name="connsiteY1" fmla="*/ 11091 h 15328"/>
              <a:gd name="connsiteX2" fmla="*/ 5523 w 15735"/>
              <a:gd name="connsiteY2" fmla="*/ 11352 h 15328"/>
              <a:gd name="connsiteX3" fmla="*/ 7932 w 15735"/>
              <a:gd name="connsiteY3" fmla="*/ 7019 h 15328"/>
              <a:gd name="connsiteX4" fmla="*/ 10937 w 15735"/>
              <a:gd name="connsiteY4" fmla="*/ 10110 h 15328"/>
              <a:gd name="connsiteX5" fmla="*/ 15735 w 15735"/>
              <a:gd name="connsiteY5" fmla="*/ 0 h 15328"/>
              <a:gd name="connsiteX0" fmla="*/ 0 w 15735"/>
              <a:gd name="connsiteY0" fmla="*/ 15328 h 15328"/>
              <a:gd name="connsiteX1" fmla="*/ 2813 w 15735"/>
              <a:gd name="connsiteY1" fmla="*/ 11172 h 15328"/>
              <a:gd name="connsiteX2" fmla="*/ 5523 w 15735"/>
              <a:gd name="connsiteY2" fmla="*/ 11352 h 15328"/>
              <a:gd name="connsiteX3" fmla="*/ 7932 w 15735"/>
              <a:gd name="connsiteY3" fmla="*/ 7019 h 15328"/>
              <a:gd name="connsiteX4" fmla="*/ 10937 w 15735"/>
              <a:gd name="connsiteY4" fmla="*/ 10110 h 15328"/>
              <a:gd name="connsiteX5" fmla="*/ 15735 w 15735"/>
              <a:gd name="connsiteY5" fmla="*/ 0 h 15328"/>
              <a:gd name="connsiteX0" fmla="*/ 0 w 15735"/>
              <a:gd name="connsiteY0" fmla="*/ 15328 h 15328"/>
              <a:gd name="connsiteX1" fmla="*/ 2813 w 15735"/>
              <a:gd name="connsiteY1" fmla="*/ 11172 h 15328"/>
              <a:gd name="connsiteX2" fmla="*/ 5523 w 15735"/>
              <a:gd name="connsiteY2" fmla="*/ 11352 h 15328"/>
              <a:gd name="connsiteX3" fmla="*/ 7932 w 15735"/>
              <a:gd name="connsiteY3" fmla="*/ 7019 h 15328"/>
              <a:gd name="connsiteX4" fmla="*/ 10937 w 15735"/>
              <a:gd name="connsiteY4" fmla="*/ 10110 h 15328"/>
              <a:gd name="connsiteX5" fmla="*/ 15735 w 15735"/>
              <a:gd name="connsiteY5" fmla="*/ 0 h 15328"/>
              <a:gd name="connsiteX0" fmla="*/ 0 w 15735"/>
              <a:gd name="connsiteY0" fmla="*/ 15328 h 15328"/>
              <a:gd name="connsiteX1" fmla="*/ 2813 w 15735"/>
              <a:gd name="connsiteY1" fmla="*/ 11172 h 15328"/>
              <a:gd name="connsiteX2" fmla="*/ 5523 w 15735"/>
              <a:gd name="connsiteY2" fmla="*/ 11352 h 15328"/>
              <a:gd name="connsiteX3" fmla="*/ 7932 w 15735"/>
              <a:gd name="connsiteY3" fmla="*/ 7019 h 15328"/>
              <a:gd name="connsiteX4" fmla="*/ 10937 w 15735"/>
              <a:gd name="connsiteY4" fmla="*/ 9016 h 15328"/>
              <a:gd name="connsiteX5" fmla="*/ 15735 w 15735"/>
              <a:gd name="connsiteY5" fmla="*/ 0 h 15328"/>
              <a:gd name="connsiteX0" fmla="*/ 0 w 15735"/>
              <a:gd name="connsiteY0" fmla="*/ 15328 h 15328"/>
              <a:gd name="connsiteX1" fmla="*/ 2813 w 15735"/>
              <a:gd name="connsiteY1" fmla="*/ 11172 h 15328"/>
              <a:gd name="connsiteX2" fmla="*/ 5523 w 15735"/>
              <a:gd name="connsiteY2" fmla="*/ 11352 h 15328"/>
              <a:gd name="connsiteX3" fmla="*/ 7932 w 15735"/>
              <a:gd name="connsiteY3" fmla="*/ 7019 h 15328"/>
              <a:gd name="connsiteX4" fmla="*/ 10937 w 15735"/>
              <a:gd name="connsiteY4" fmla="*/ 9016 h 15328"/>
              <a:gd name="connsiteX5" fmla="*/ 15735 w 15735"/>
              <a:gd name="connsiteY5" fmla="*/ 0 h 15328"/>
              <a:gd name="connsiteX0" fmla="*/ 0 w 15735"/>
              <a:gd name="connsiteY0" fmla="*/ 15328 h 15328"/>
              <a:gd name="connsiteX1" fmla="*/ 2813 w 15735"/>
              <a:gd name="connsiteY1" fmla="*/ 11172 h 15328"/>
              <a:gd name="connsiteX2" fmla="*/ 5523 w 15735"/>
              <a:gd name="connsiteY2" fmla="*/ 11352 h 15328"/>
              <a:gd name="connsiteX3" fmla="*/ 7932 w 15735"/>
              <a:gd name="connsiteY3" fmla="*/ 7019 h 15328"/>
              <a:gd name="connsiteX4" fmla="*/ 10937 w 15735"/>
              <a:gd name="connsiteY4" fmla="*/ 9016 h 15328"/>
              <a:gd name="connsiteX5" fmla="*/ 15735 w 15735"/>
              <a:gd name="connsiteY5" fmla="*/ 0 h 15328"/>
              <a:gd name="connsiteX0" fmla="*/ 0 w 15735"/>
              <a:gd name="connsiteY0" fmla="*/ 15328 h 15328"/>
              <a:gd name="connsiteX1" fmla="*/ 2813 w 15735"/>
              <a:gd name="connsiteY1" fmla="*/ 11172 h 15328"/>
              <a:gd name="connsiteX2" fmla="*/ 5523 w 15735"/>
              <a:gd name="connsiteY2" fmla="*/ 11352 h 15328"/>
              <a:gd name="connsiteX3" fmla="*/ 7932 w 15735"/>
              <a:gd name="connsiteY3" fmla="*/ 7019 h 15328"/>
              <a:gd name="connsiteX4" fmla="*/ 10937 w 15735"/>
              <a:gd name="connsiteY4" fmla="*/ 9016 h 15328"/>
              <a:gd name="connsiteX5" fmla="*/ 15735 w 15735"/>
              <a:gd name="connsiteY5" fmla="*/ 0 h 15328"/>
              <a:gd name="connsiteX0" fmla="*/ 0 w 15735"/>
              <a:gd name="connsiteY0" fmla="*/ 15328 h 15328"/>
              <a:gd name="connsiteX1" fmla="*/ 2813 w 15735"/>
              <a:gd name="connsiteY1" fmla="*/ 11172 h 15328"/>
              <a:gd name="connsiteX2" fmla="*/ 5523 w 15735"/>
              <a:gd name="connsiteY2" fmla="*/ 11352 h 15328"/>
              <a:gd name="connsiteX3" fmla="*/ 7932 w 15735"/>
              <a:gd name="connsiteY3" fmla="*/ 7019 h 15328"/>
              <a:gd name="connsiteX4" fmla="*/ 11054 w 15735"/>
              <a:gd name="connsiteY4" fmla="*/ 9563 h 15328"/>
              <a:gd name="connsiteX5" fmla="*/ 15735 w 15735"/>
              <a:gd name="connsiteY5" fmla="*/ 0 h 15328"/>
              <a:gd name="connsiteX0" fmla="*/ 0 w 15735"/>
              <a:gd name="connsiteY0" fmla="*/ 15328 h 15328"/>
              <a:gd name="connsiteX1" fmla="*/ 2813 w 15735"/>
              <a:gd name="connsiteY1" fmla="*/ 11172 h 15328"/>
              <a:gd name="connsiteX2" fmla="*/ 5523 w 15735"/>
              <a:gd name="connsiteY2" fmla="*/ 11352 h 15328"/>
              <a:gd name="connsiteX3" fmla="*/ 7932 w 15735"/>
              <a:gd name="connsiteY3" fmla="*/ 7019 h 15328"/>
              <a:gd name="connsiteX4" fmla="*/ 11054 w 15735"/>
              <a:gd name="connsiteY4" fmla="*/ 9563 h 15328"/>
              <a:gd name="connsiteX5" fmla="*/ 15735 w 15735"/>
              <a:gd name="connsiteY5" fmla="*/ 0 h 15328"/>
              <a:gd name="connsiteX0" fmla="*/ 0 w 15735"/>
              <a:gd name="connsiteY0" fmla="*/ 15328 h 15328"/>
              <a:gd name="connsiteX1" fmla="*/ 2813 w 15735"/>
              <a:gd name="connsiteY1" fmla="*/ 11172 h 15328"/>
              <a:gd name="connsiteX2" fmla="*/ 5523 w 15735"/>
              <a:gd name="connsiteY2" fmla="*/ 11352 h 15328"/>
              <a:gd name="connsiteX3" fmla="*/ 7932 w 15735"/>
              <a:gd name="connsiteY3" fmla="*/ 7019 h 15328"/>
              <a:gd name="connsiteX4" fmla="*/ 11037 w 15735"/>
              <a:gd name="connsiteY4" fmla="*/ 9882 h 15328"/>
              <a:gd name="connsiteX5" fmla="*/ 15735 w 15735"/>
              <a:gd name="connsiteY5" fmla="*/ 0 h 15328"/>
              <a:gd name="connsiteX0" fmla="*/ 0 w 16068"/>
              <a:gd name="connsiteY0" fmla="*/ 14690 h 14690"/>
              <a:gd name="connsiteX1" fmla="*/ 2813 w 16068"/>
              <a:gd name="connsiteY1" fmla="*/ 10534 h 14690"/>
              <a:gd name="connsiteX2" fmla="*/ 5523 w 16068"/>
              <a:gd name="connsiteY2" fmla="*/ 10714 h 14690"/>
              <a:gd name="connsiteX3" fmla="*/ 7932 w 16068"/>
              <a:gd name="connsiteY3" fmla="*/ 6381 h 14690"/>
              <a:gd name="connsiteX4" fmla="*/ 11037 w 16068"/>
              <a:gd name="connsiteY4" fmla="*/ 9244 h 14690"/>
              <a:gd name="connsiteX5" fmla="*/ 16068 w 16068"/>
              <a:gd name="connsiteY5" fmla="*/ 0 h 14690"/>
              <a:gd name="connsiteX0" fmla="*/ 0 w 16068"/>
              <a:gd name="connsiteY0" fmla="*/ 14690 h 14690"/>
              <a:gd name="connsiteX1" fmla="*/ 2813 w 16068"/>
              <a:gd name="connsiteY1" fmla="*/ 10534 h 14690"/>
              <a:gd name="connsiteX2" fmla="*/ 5523 w 16068"/>
              <a:gd name="connsiteY2" fmla="*/ 10714 h 14690"/>
              <a:gd name="connsiteX3" fmla="*/ 7932 w 16068"/>
              <a:gd name="connsiteY3" fmla="*/ 6381 h 14690"/>
              <a:gd name="connsiteX4" fmla="*/ 11037 w 16068"/>
              <a:gd name="connsiteY4" fmla="*/ 9244 h 14690"/>
              <a:gd name="connsiteX5" fmla="*/ 16068 w 16068"/>
              <a:gd name="connsiteY5" fmla="*/ 0 h 14690"/>
              <a:gd name="connsiteX0" fmla="*/ 0 w 15468"/>
              <a:gd name="connsiteY0" fmla="*/ 13642 h 13642"/>
              <a:gd name="connsiteX1" fmla="*/ 2813 w 15468"/>
              <a:gd name="connsiteY1" fmla="*/ 9486 h 13642"/>
              <a:gd name="connsiteX2" fmla="*/ 5523 w 15468"/>
              <a:gd name="connsiteY2" fmla="*/ 9666 h 13642"/>
              <a:gd name="connsiteX3" fmla="*/ 7932 w 15468"/>
              <a:gd name="connsiteY3" fmla="*/ 5333 h 13642"/>
              <a:gd name="connsiteX4" fmla="*/ 11037 w 15468"/>
              <a:gd name="connsiteY4" fmla="*/ 8196 h 13642"/>
              <a:gd name="connsiteX5" fmla="*/ 15468 w 15468"/>
              <a:gd name="connsiteY5" fmla="*/ 0 h 13642"/>
              <a:gd name="connsiteX0" fmla="*/ 0 w 15468"/>
              <a:gd name="connsiteY0" fmla="*/ 13642 h 13642"/>
              <a:gd name="connsiteX1" fmla="*/ 2813 w 15468"/>
              <a:gd name="connsiteY1" fmla="*/ 9486 h 13642"/>
              <a:gd name="connsiteX2" fmla="*/ 5523 w 15468"/>
              <a:gd name="connsiteY2" fmla="*/ 9666 h 13642"/>
              <a:gd name="connsiteX3" fmla="*/ 7932 w 15468"/>
              <a:gd name="connsiteY3" fmla="*/ 5333 h 13642"/>
              <a:gd name="connsiteX4" fmla="*/ 11037 w 15468"/>
              <a:gd name="connsiteY4" fmla="*/ 8196 h 13642"/>
              <a:gd name="connsiteX5" fmla="*/ 15468 w 15468"/>
              <a:gd name="connsiteY5" fmla="*/ 0 h 13642"/>
              <a:gd name="connsiteX0" fmla="*/ 0 w 15468"/>
              <a:gd name="connsiteY0" fmla="*/ 13642 h 13642"/>
              <a:gd name="connsiteX1" fmla="*/ 2813 w 15468"/>
              <a:gd name="connsiteY1" fmla="*/ 9486 h 13642"/>
              <a:gd name="connsiteX2" fmla="*/ 5523 w 15468"/>
              <a:gd name="connsiteY2" fmla="*/ 9666 h 13642"/>
              <a:gd name="connsiteX3" fmla="*/ 7932 w 15468"/>
              <a:gd name="connsiteY3" fmla="*/ 5333 h 13642"/>
              <a:gd name="connsiteX4" fmla="*/ 10987 w 15468"/>
              <a:gd name="connsiteY4" fmla="*/ 8515 h 13642"/>
              <a:gd name="connsiteX5" fmla="*/ 15468 w 15468"/>
              <a:gd name="connsiteY5" fmla="*/ 0 h 13642"/>
              <a:gd name="connsiteX0" fmla="*/ 0 w 15468"/>
              <a:gd name="connsiteY0" fmla="*/ 13642 h 13642"/>
              <a:gd name="connsiteX1" fmla="*/ 2813 w 15468"/>
              <a:gd name="connsiteY1" fmla="*/ 9486 h 13642"/>
              <a:gd name="connsiteX2" fmla="*/ 5523 w 15468"/>
              <a:gd name="connsiteY2" fmla="*/ 9666 h 13642"/>
              <a:gd name="connsiteX3" fmla="*/ 7932 w 15468"/>
              <a:gd name="connsiteY3" fmla="*/ 5333 h 13642"/>
              <a:gd name="connsiteX4" fmla="*/ 10987 w 15468"/>
              <a:gd name="connsiteY4" fmla="*/ 8515 h 13642"/>
              <a:gd name="connsiteX5" fmla="*/ 15468 w 15468"/>
              <a:gd name="connsiteY5" fmla="*/ 0 h 13642"/>
              <a:gd name="connsiteX0" fmla="*/ 0 w 14918"/>
              <a:gd name="connsiteY0" fmla="*/ 12412 h 12412"/>
              <a:gd name="connsiteX1" fmla="*/ 2813 w 14918"/>
              <a:gd name="connsiteY1" fmla="*/ 8256 h 12412"/>
              <a:gd name="connsiteX2" fmla="*/ 5523 w 14918"/>
              <a:gd name="connsiteY2" fmla="*/ 8436 h 12412"/>
              <a:gd name="connsiteX3" fmla="*/ 7932 w 14918"/>
              <a:gd name="connsiteY3" fmla="*/ 4103 h 12412"/>
              <a:gd name="connsiteX4" fmla="*/ 10987 w 14918"/>
              <a:gd name="connsiteY4" fmla="*/ 7285 h 12412"/>
              <a:gd name="connsiteX5" fmla="*/ 14918 w 14918"/>
              <a:gd name="connsiteY5" fmla="*/ 0 h 12412"/>
              <a:gd name="connsiteX0" fmla="*/ 0 w 15135"/>
              <a:gd name="connsiteY0" fmla="*/ 12230 h 12230"/>
              <a:gd name="connsiteX1" fmla="*/ 2813 w 15135"/>
              <a:gd name="connsiteY1" fmla="*/ 8074 h 12230"/>
              <a:gd name="connsiteX2" fmla="*/ 5523 w 15135"/>
              <a:gd name="connsiteY2" fmla="*/ 8254 h 12230"/>
              <a:gd name="connsiteX3" fmla="*/ 7932 w 15135"/>
              <a:gd name="connsiteY3" fmla="*/ 3921 h 12230"/>
              <a:gd name="connsiteX4" fmla="*/ 10987 w 15135"/>
              <a:gd name="connsiteY4" fmla="*/ 7103 h 12230"/>
              <a:gd name="connsiteX5" fmla="*/ 15135 w 15135"/>
              <a:gd name="connsiteY5" fmla="*/ 0 h 12230"/>
              <a:gd name="connsiteX0" fmla="*/ 0 w 15135"/>
              <a:gd name="connsiteY0" fmla="*/ 12230 h 12230"/>
              <a:gd name="connsiteX1" fmla="*/ 2813 w 15135"/>
              <a:gd name="connsiteY1" fmla="*/ 8074 h 12230"/>
              <a:gd name="connsiteX2" fmla="*/ 5523 w 15135"/>
              <a:gd name="connsiteY2" fmla="*/ 8254 h 12230"/>
              <a:gd name="connsiteX3" fmla="*/ 7932 w 15135"/>
              <a:gd name="connsiteY3" fmla="*/ 3921 h 12230"/>
              <a:gd name="connsiteX4" fmla="*/ 10987 w 15135"/>
              <a:gd name="connsiteY4" fmla="*/ 7103 h 12230"/>
              <a:gd name="connsiteX5" fmla="*/ 15135 w 15135"/>
              <a:gd name="connsiteY5" fmla="*/ 0 h 12230"/>
              <a:gd name="connsiteX0" fmla="*/ 0 w 15135"/>
              <a:gd name="connsiteY0" fmla="*/ 12230 h 12230"/>
              <a:gd name="connsiteX1" fmla="*/ 2813 w 15135"/>
              <a:gd name="connsiteY1" fmla="*/ 8074 h 12230"/>
              <a:gd name="connsiteX2" fmla="*/ 5523 w 15135"/>
              <a:gd name="connsiteY2" fmla="*/ 8254 h 12230"/>
              <a:gd name="connsiteX3" fmla="*/ 7932 w 15135"/>
              <a:gd name="connsiteY3" fmla="*/ 3921 h 12230"/>
              <a:gd name="connsiteX4" fmla="*/ 10928 w 15135"/>
              <a:gd name="connsiteY4" fmla="*/ 7103 h 12230"/>
              <a:gd name="connsiteX5" fmla="*/ 15135 w 15135"/>
              <a:gd name="connsiteY5" fmla="*/ 0 h 1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135" h="12230">
                <a:moveTo>
                  <a:pt x="0" y="12230"/>
                </a:moveTo>
                <a:cubicBezTo>
                  <a:pt x="1485" y="12158"/>
                  <a:pt x="1819" y="8940"/>
                  <a:pt x="2813" y="8074"/>
                </a:cubicBezTo>
                <a:cubicBezTo>
                  <a:pt x="3807" y="7208"/>
                  <a:pt x="4670" y="8946"/>
                  <a:pt x="5523" y="8254"/>
                </a:cubicBezTo>
                <a:cubicBezTo>
                  <a:pt x="6376" y="7562"/>
                  <a:pt x="7031" y="4113"/>
                  <a:pt x="7932" y="3921"/>
                </a:cubicBezTo>
                <a:cubicBezTo>
                  <a:pt x="8833" y="3729"/>
                  <a:pt x="9591" y="7381"/>
                  <a:pt x="10928" y="7103"/>
                </a:cubicBezTo>
                <a:cubicBezTo>
                  <a:pt x="12095" y="6860"/>
                  <a:pt x="13412" y="4551"/>
                  <a:pt x="15135" y="0"/>
                </a:cubicBezTo>
              </a:path>
            </a:pathLst>
          </a:custGeom>
          <a:noFill/>
          <a:ln w="25400" cap="rnd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2025"/>
          </a:p>
        </p:txBody>
      </p:sp>
      <p:grpSp>
        <p:nvGrpSpPr>
          <p:cNvPr id="137" name="Group 136"/>
          <p:cNvGrpSpPr/>
          <p:nvPr/>
        </p:nvGrpSpPr>
        <p:grpSpPr>
          <a:xfrm flipV="1">
            <a:off x="2323217" y="5590447"/>
            <a:ext cx="157775" cy="595716"/>
            <a:chOff x="3380187" y="4951714"/>
            <a:chExt cx="210366" cy="794288"/>
          </a:xfrm>
        </p:grpSpPr>
        <p:sp>
          <p:nvSpPr>
            <p:cNvPr id="138" name="Oval 137"/>
            <p:cNvSpPr/>
            <p:nvPr/>
          </p:nvSpPr>
          <p:spPr>
            <a:xfrm>
              <a:off x="3380187" y="5535636"/>
              <a:ext cx="210366" cy="21036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800" b="1"/>
            </a:p>
          </p:txBody>
        </p:sp>
        <p:cxnSp>
          <p:nvCxnSpPr>
            <p:cNvPr id="139" name="Straight Connector 138"/>
            <p:cNvCxnSpPr/>
            <p:nvPr/>
          </p:nvCxnSpPr>
          <p:spPr>
            <a:xfrm flipV="1">
              <a:off x="3485370" y="4951714"/>
              <a:ext cx="0" cy="583923"/>
            </a:xfrm>
            <a:prstGeom prst="line">
              <a:avLst/>
            </a:prstGeom>
            <a:ln w="38100" cap="rnd">
              <a:solidFill>
                <a:schemeClr val="accent5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0" name="Group 139"/>
          <p:cNvGrpSpPr/>
          <p:nvPr/>
        </p:nvGrpSpPr>
        <p:grpSpPr>
          <a:xfrm flipV="1">
            <a:off x="4639564" y="5283755"/>
            <a:ext cx="157775" cy="595716"/>
            <a:chOff x="3380187" y="4951714"/>
            <a:chExt cx="210366" cy="794288"/>
          </a:xfrm>
        </p:grpSpPr>
        <p:sp>
          <p:nvSpPr>
            <p:cNvPr id="141" name="Oval 140"/>
            <p:cNvSpPr/>
            <p:nvPr/>
          </p:nvSpPr>
          <p:spPr>
            <a:xfrm>
              <a:off x="3380187" y="5535636"/>
              <a:ext cx="210366" cy="21036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800" b="1"/>
            </a:p>
          </p:txBody>
        </p:sp>
        <p:cxnSp>
          <p:nvCxnSpPr>
            <p:cNvPr id="142" name="Straight Connector 141"/>
            <p:cNvCxnSpPr/>
            <p:nvPr/>
          </p:nvCxnSpPr>
          <p:spPr>
            <a:xfrm flipV="1">
              <a:off x="3485370" y="4951714"/>
              <a:ext cx="0" cy="583923"/>
            </a:xfrm>
            <a:prstGeom prst="line">
              <a:avLst/>
            </a:prstGeom>
            <a:ln w="38100" cap="rnd">
              <a:solidFill>
                <a:schemeClr val="accent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Group 142"/>
          <p:cNvGrpSpPr/>
          <p:nvPr/>
        </p:nvGrpSpPr>
        <p:grpSpPr>
          <a:xfrm flipV="1">
            <a:off x="7084921" y="5235003"/>
            <a:ext cx="157775" cy="595716"/>
            <a:chOff x="3380187" y="4951714"/>
            <a:chExt cx="210366" cy="794288"/>
          </a:xfrm>
        </p:grpSpPr>
        <p:sp>
          <p:nvSpPr>
            <p:cNvPr id="144" name="Oval 143"/>
            <p:cNvSpPr/>
            <p:nvPr/>
          </p:nvSpPr>
          <p:spPr>
            <a:xfrm>
              <a:off x="3380187" y="5535636"/>
              <a:ext cx="210366" cy="21036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800" b="1"/>
            </a:p>
          </p:txBody>
        </p:sp>
        <p:cxnSp>
          <p:nvCxnSpPr>
            <p:cNvPr id="145" name="Straight Connector 144"/>
            <p:cNvCxnSpPr/>
            <p:nvPr/>
          </p:nvCxnSpPr>
          <p:spPr>
            <a:xfrm flipV="1">
              <a:off x="3485370" y="4951714"/>
              <a:ext cx="0" cy="583923"/>
            </a:xfrm>
            <a:prstGeom prst="line">
              <a:avLst/>
            </a:prstGeom>
            <a:ln w="38100" cap="rnd">
              <a:solidFill>
                <a:schemeClr val="accent3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Group 145"/>
          <p:cNvGrpSpPr/>
          <p:nvPr/>
        </p:nvGrpSpPr>
        <p:grpSpPr>
          <a:xfrm flipV="1">
            <a:off x="9219364" y="4978220"/>
            <a:ext cx="157775" cy="595716"/>
            <a:chOff x="3380187" y="4951714"/>
            <a:chExt cx="210366" cy="794288"/>
          </a:xfrm>
        </p:grpSpPr>
        <p:sp>
          <p:nvSpPr>
            <p:cNvPr id="147" name="Oval 146"/>
            <p:cNvSpPr/>
            <p:nvPr/>
          </p:nvSpPr>
          <p:spPr>
            <a:xfrm>
              <a:off x="3380187" y="5535636"/>
              <a:ext cx="210366" cy="21036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800" b="1"/>
            </a:p>
          </p:txBody>
        </p:sp>
        <p:cxnSp>
          <p:nvCxnSpPr>
            <p:cNvPr id="148" name="Straight Connector 147"/>
            <p:cNvCxnSpPr/>
            <p:nvPr/>
          </p:nvCxnSpPr>
          <p:spPr>
            <a:xfrm flipV="1">
              <a:off x="3485370" y="4951714"/>
              <a:ext cx="0" cy="583923"/>
            </a:xfrm>
            <a:prstGeom prst="line">
              <a:avLst/>
            </a:prstGeom>
            <a:ln w="38100" cap="rnd">
              <a:solidFill>
                <a:schemeClr val="accent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Text Placeholder 32"/>
          <p:cNvSpPr txBox="1">
            <a:spLocks/>
          </p:cNvSpPr>
          <p:nvPr/>
        </p:nvSpPr>
        <p:spPr>
          <a:xfrm>
            <a:off x="1476364" y="4634607"/>
            <a:ext cx="2010354" cy="70179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400">
                <a:solidFill>
                  <a:schemeClr val="tx2"/>
                </a:solidFill>
                <a:latin typeface="+mn-lt"/>
              </a:rPr>
              <a:t>01.04.2020 – 13.05.2020</a:t>
            </a:r>
          </a:p>
        </p:txBody>
      </p:sp>
      <p:sp>
        <p:nvSpPr>
          <p:cNvPr id="150" name="Text Placeholder 33"/>
          <p:cNvSpPr txBox="1">
            <a:spLocks/>
          </p:cNvSpPr>
          <p:nvPr/>
        </p:nvSpPr>
        <p:spPr>
          <a:xfrm>
            <a:off x="1640887" y="4361823"/>
            <a:ext cx="1680210" cy="15969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2000" b="1" err="1">
                <a:solidFill>
                  <a:schemeClr val="accent5"/>
                </a:solidFill>
                <a:latin typeface="+mn-lt"/>
              </a:rPr>
              <a:t>Initialisierung</a:t>
            </a:r>
            <a:endParaRPr lang="en-AU" sz="2000">
              <a:solidFill>
                <a:schemeClr val="accent5"/>
              </a:solidFill>
              <a:latin typeface="+mn-lt"/>
            </a:endParaRPr>
          </a:p>
        </p:txBody>
      </p:sp>
      <p:sp>
        <p:nvSpPr>
          <p:cNvPr id="151" name="Text Placeholder 32"/>
          <p:cNvSpPr txBox="1">
            <a:spLocks/>
          </p:cNvSpPr>
          <p:nvPr/>
        </p:nvSpPr>
        <p:spPr>
          <a:xfrm>
            <a:off x="3792712" y="4382017"/>
            <a:ext cx="2010354" cy="70179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400">
                <a:solidFill>
                  <a:schemeClr val="tx2"/>
                </a:solidFill>
                <a:latin typeface="+mn-lt"/>
              </a:rPr>
              <a:t>14.05.2020 – 26.06.2020</a:t>
            </a:r>
          </a:p>
        </p:txBody>
      </p:sp>
      <p:sp>
        <p:nvSpPr>
          <p:cNvPr id="152" name="Text Placeholder 33"/>
          <p:cNvSpPr txBox="1">
            <a:spLocks/>
          </p:cNvSpPr>
          <p:nvPr/>
        </p:nvSpPr>
        <p:spPr>
          <a:xfrm>
            <a:off x="3957234" y="4109233"/>
            <a:ext cx="1680210" cy="15969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2000" b="1" err="1">
                <a:solidFill>
                  <a:schemeClr val="accent4"/>
                </a:solidFill>
                <a:latin typeface="+mn-lt"/>
              </a:rPr>
              <a:t>Konzept</a:t>
            </a:r>
            <a:endParaRPr lang="en-AU" sz="2000" b="1">
              <a:solidFill>
                <a:schemeClr val="accent4"/>
              </a:solidFill>
              <a:latin typeface="+mn-lt"/>
            </a:endParaRPr>
          </a:p>
        </p:txBody>
      </p:sp>
      <p:sp>
        <p:nvSpPr>
          <p:cNvPr id="153" name="Text Placeholder 32"/>
          <p:cNvSpPr txBox="1">
            <a:spLocks/>
          </p:cNvSpPr>
          <p:nvPr/>
        </p:nvSpPr>
        <p:spPr>
          <a:xfrm>
            <a:off x="6220685" y="4319259"/>
            <a:ext cx="2010354" cy="70179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400">
                <a:solidFill>
                  <a:schemeClr val="tx2"/>
                </a:solidFill>
                <a:latin typeface="+mn-lt"/>
              </a:rPr>
              <a:t>27.06.2020 – 25.08.2020</a:t>
            </a:r>
          </a:p>
        </p:txBody>
      </p:sp>
      <p:sp>
        <p:nvSpPr>
          <p:cNvPr id="154" name="Text Placeholder 33"/>
          <p:cNvSpPr txBox="1">
            <a:spLocks/>
          </p:cNvSpPr>
          <p:nvPr/>
        </p:nvSpPr>
        <p:spPr>
          <a:xfrm>
            <a:off x="6385208" y="4046475"/>
            <a:ext cx="1680210" cy="15969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2000" b="1" err="1">
                <a:solidFill>
                  <a:schemeClr val="accent3"/>
                </a:solidFill>
                <a:latin typeface="+mn-lt"/>
              </a:rPr>
              <a:t>Realisierung</a:t>
            </a:r>
            <a:endParaRPr lang="en-AU" sz="2000">
              <a:solidFill>
                <a:schemeClr val="accent3"/>
              </a:solidFill>
              <a:latin typeface="+mn-lt"/>
            </a:endParaRPr>
          </a:p>
        </p:txBody>
      </p:sp>
      <p:sp>
        <p:nvSpPr>
          <p:cNvPr id="155" name="Text Placeholder 32"/>
          <p:cNvSpPr txBox="1">
            <a:spLocks/>
          </p:cNvSpPr>
          <p:nvPr/>
        </p:nvSpPr>
        <p:spPr>
          <a:xfrm>
            <a:off x="8372511" y="4036607"/>
            <a:ext cx="2010354" cy="70179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400">
                <a:solidFill>
                  <a:schemeClr val="tx2"/>
                </a:solidFill>
                <a:latin typeface="+mn-lt"/>
              </a:rPr>
              <a:t>26.08.2020</a:t>
            </a:r>
          </a:p>
        </p:txBody>
      </p:sp>
      <p:sp>
        <p:nvSpPr>
          <p:cNvPr id="156" name="Text Placeholder 33"/>
          <p:cNvSpPr txBox="1">
            <a:spLocks/>
          </p:cNvSpPr>
          <p:nvPr/>
        </p:nvSpPr>
        <p:spPr>
          <a:xfrm>
            <a:off x="8537033" y="3763823"/>
            <a:ext cx="1680210" cy="15969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2000" b="1" err="1">
                <a:solidFill>
                  <a:schemeClr val="accent2"/>
                </a:solidFill>
                <a:latin typeface="+mn-lt"/>
              </a:rPr>
              <a:t>Einführung</a:t>
            </a:r>
            <a:endParaRPr lang="en-AU" sz="2000" b="1">
              <a:solidFill>
                <a:schemeClr val="accent2"/>
              </a:solidFill>
              <a:latin typeface="+mn-lt"/>
            </a:endParaRPr>
          </a:p>
        </p:txBody>
      </p:sp>
      <p:grpSp>
        <p:nvGrpSpPr>
          <p:cNvPr id="160" name="Group 159"/>
          <p:cNvGrpSpPr/>
          <p:nvPr/>
        </p:nvGrpSpPr>
        <p:grpSpPr>
          <a:xfrm rot="2456515">
            <a:off x="10535931" y="3534041"/>
            <a:ext cx="1051474" cy="2008518"/>
            <a:chOff x="13712711" y="5765693"/>
            <a:chExt cx="2227263" cy="4254501"/>
          </a:xfrm>
        </p:grpSpPr>
        <p:sp>
          <p:nvSpPr>
            <p:cNvPr id="161" name="AutoShape 7"/>
            <p:cNvSpPr>
              <a:spLocks noChangeAspect="1" noChangeArrowheads="1" noTextEdit="1"/>
            </p:cNvSpPr>
            <p:nvPr/>
          </p:nvSpPr>
          <p:spPr bwMode="auto">
            <a:xfrm>
              <a:off x="13715886" y="5765693"/>
              <a:ext cx="2220913" cy="4254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2025"/>
            </a:p>
          </p:txBody>
        </p:sp>
        <p:sp>
          <p:nvSpPr>
            <p:cNvPr id="162" name="Freeform 9"/>
            <p:cNvSpPr>
              <a:spLocks/>
            </p:cNvSpPr>
            <p:nvPr/>
          </p:nvSpPr>
          <p:spPr bwMode="auto">
            <a:xfrm>
              <a:off x="14477886" y="9024831"/>
              <a:ext cx="696913" cy="995363"/>
            </a:xfrm>
            <a:custGeom>
              <a:avLst/>
              <a:gdLst>
                <a:gd name="T0" fmla="*/ 966 w 1932"/>
                <a:gd name="T1" fmla="*/ 2760 h 2760"/>
                <a:gd name="T2" fmla="*/ 1932 w 1932"/>
                <a:gd name="T3" fmla="*/ 0 h 2760"/>
                <a:gd name="T4" fmla="*/ 966 w 1932"/>
                <a:gd name="T5" fmla="*/ 76 h 2760"/>
                <a:gd name="T6" fmla="*/ 0 w 1932"/>
                <a:gd name="T7" fmla="*/ 0 h 2760"/>
                <a:gd name="T8" fmla="*/ 966 w 1932"/>
                <a:gd name="T9" fmla="*/ 2760 h 2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2" h="2760">
                  <a:moveTo>
                    <a:pt x="966" y="2760"/>
                  </a:moveTo>
                  <a:cubicBezTo>
                    <a:pt x="1517" y="2051"/>
                    <a:pt x="1878" y="801"/>
                    <a:pt x="1932" y="0"/>
                  </a:cubicBezTo>
                  <a:cubicBezTo>
                    <a:pt x="1616" y="50"/>
                    <a:pt x="1293" y="76"/>
                    <a:pt x="966" y="76"/>
                  </a:cubicBezTo>
                  <a:cubicBezTo>
                    <a:pt x="639" y="76"/>
                    <a:pt x="316" y="50"/>
                    <a:pt x="0" y="0"/>
                  </a:cubicBezTo>
                  <a:cubicBezTo>
                    <a:pt x="54" y="801"/>
                    <a:pt x="414" y="2051"/>
                    <a:pt x="966" y="2760"/>
                  </a:cubicBez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2025"/>
            </a:p>
          </p:txBody>
        </p:sp>
        <p:sp>
          <p:nvSpPr>
            <p:cNvPr id="163" name="Freeform 10"/>
            <p:cNvSpPr>
              <a:spLocks/>
            </p:cNvSpPr>
            <p:nvPr/>
          </p:nvSpPr>
          <p:spPr bwMode="auto">
            <a:xfrm>
              <a:off x="14563611" y="9035943"/>
              <a:ext cx="525463" cy="498475"/>
            </a:xfrm>
            <a:custGeom>
              <a:avLst/>
              <a:gdLst>
                <a:gd name="T0" fmla="*/ 726 w 1452"/>
                <a:gd name="T1" fmla="*/ 1381 h 1381"/>
                <a:gd name="T2" fmla="*/ 1452 w 1452"/>
                <a:gd name="T3" fmla="*/ 0 h 1381"/>
                <a:gd name="T4" fmla="*/ 726 w 1452"/>
                <a:gd name="T5" fmla="*/ 43 h 1381"/>
                <a:gd name="T6" fmla="*/ 0 w 1452"/>
                <a:gd name="T7" fmla="*/ 0 h 1381"/>
                <a:gd name="T8" fmla="*/ 726 w 1452"/>
                <a:gd name="T9" fmla="*/ 1381 h 1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2" h="1381">
                  <a:moveTo>
                    <a:pt x="726" y="1381"/>
                  </a:moveTo>
                  <a:cubicBezTo>
                    <a:pt x="1122" y="1028"/>
                    <a:pt x="1389" y="421"/>
                    <a:pt x="1452" y="0"/>
                  </a:cubicBezTo>
                  <a:cubicBezTo>
                    <a:pt x="1213" y="28"/>
                    <a:pt x="971" y="43"/>
                    <a:pt x="726" y="43"/>
                  </a:cubicBezTo>
                  <a:cubicBezTo>
                    <a:pt x="481" y="43"/>
                    <a:pt x="239" y="28"/>
                    <a:pt x="0" y="0"/>
                  </a:cubicBezTo>
                  <a:cubicBezTo>
                    <a:pt x="63" y="421"/>
                    <a:pt x="330" y="1028"/>
                    <a:pt x="726" y="1381"/>
                  </a:cubicBezTo>
                  <a:close/>
                </a:path>
              </a:pathLst>
            </a:custGeom>
            <a:solidFill>
              <a:srgbClr val="FEA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2025"/>
            </a:p>
          </p:txBody>
        </p:sp>
        <p:sp>
          <p:nvSpPr>
            <p:cNvPr id="164" name="Freeform 11"/>
            <p:cNvSpPr>
              <a:spLocks/>
            </p:cNvSpPr>
            <p:nvPr/>
          </p:nvSpPr>
          <p:spPr bwMode="auto">
            <a:xfrm>
              <a:off x="13712711" y="8316806"/>
              <a:ext cx="2227263" cy="968375"/>
            </a:xfrm>
            <a:custGeom>
              <a:avLst/>
              <a:gdLst>
                <a:gd name="T0" fmla="*/ 1451 w 6165"/>
                <a:gd name="T1" fmla="*/ 1745 h 2684"/>
                <a:gd name="T2" fmla="*/ 468 w 6165"/>
                <a:gd name="T3" fmla="*/ 2684 h 2684"/>
                <a:gd name="T4" fmla="*/ 9 w 6165"/>
                <a:gd name="T5" fmla="*/ 2684 h 2684"/>
                <a:gd name="T6" fmla="*/ 1522 w 6165"/>
                <a:gd name="T7" fmla="*/ 0 h 2684"/>
                <a:gd name="T8" fmla="*/ 4644 w 6165"/>
                <a:gd name="T9" fmla="*/ 0 h 2684"/>
                <a:gd name="T10" fmla="*/ 6157 w 6165"/>
                <a:gd name="T11" fmla="*/ 2684 h 2684"/>
                <a:gd name="T12" fmla="*/ 5698 w 6165"/>
                <a:gd name="T13" fmla="*/ 2684 h 2684"/>
                <a:gd name="T14" fmla="*/ 4714 w 6165"/>
                <a:gd name="T15" fmla="*/ 1745 h 2684"/>
                <a:gd name="T16" fmla="*/ 1451 w 6165"/>
                <a:gd name="T17" fmla="*/ 1745 h 2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65" h="2684">
                  <a:moveTo>
                    <a:pt x="1451" y="1745"/>
                  </a:moveTo>
                  <a:cubicBezTo>
                    <a:pt x="953" y="1745"/>
                    <a:pt x="468" y="2018"/>
                    <a:pt x="468" y="2684"/>
                  </a:cubicBezTo>
                  <a:lnTo>
                    <a:pt x="9" y="2684"/>
                  </a:lnTo>
                  <a:cubicBezTo>
                    <a:pt x="0" y="1496"/>
                    <a:pt x="663" y="468"/>
                    <a:pt x="1522" y="0"/>
                  </a:cubicBezTo>
                  <a:lnTo>
                    <a:pt x="4644" y="0"/>
                  </a:lnTo>
                  <a:cubicBezTo>
                    <a:pt x="5502" y="468"/>
                    <a:pt x="6165" y="1496"/>
                    <a:pt x="6157" y="2684"/>
                  </a:cubicBezTo>
                  <a:lnTo>
                    <a:pt x="5698" y="2684"/>
                  </a:lnTo>
                  <a:cubicBezTo>
                    <a:pt x="5698" y="2018"/>
                    <a:pt x="5213" y="1745"/>
                    <a:pt x="4714" y="1745"/>
                  </a:cubicBezTo>
                  <a:cubicBezTo>
                    <a:pt x="3306" y="1745"/>
                    <a:pt x="2860" y="1745"/>
                    <a:pt x="1451" y="1745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2025"/>
            </a:p>
          </p:txBody>
        </p:sp>
        <p:sp>
          <p:nvSpPr>
            <p:cNvPr id="165" name="Freeform 12"/>
            <p:cNvSpPr>
              <a:spLocks/>
            </p:cNvSpPr>
            <p:nvPr/>
          </p:nvSpPr>
          <p:spPr bwMode="auto">
            <a:xfrm>
              <a:off x="14014336" y="5765693"/>
              <a:ext cx="1624013" cy="3176588"/>
            </a:xfrm>
            <a:custGeom>
              <a:avLst/>
              <a:gdLst>
                <a:gd name="T0" fmla="*/ 579 w 4492"/>
                <a:gd name="T1" fmla="*/ 8610 h 8808"/>
                <a:gd name="T2" fmla="*/ 0 w 4492"/>
                <a:gd name="T3" fmla="*/ 5535 h 8808"/>
                <a:gd name="T4" fmla="*/ 2246 w 4492"/>
                <a:gd name="T5" fmla="*/ 0 h 8808"/>
                <a:gd name="T6" fmla="*/ 4492 w 4492"/>
                <a:gd name="T7" fmla="*/ 5535 h 8808"/>
                <a:gd name="T8" fmla="*/ 3913 w 4492"/>
                <a:gd name="T9" fmla="*/ 8610 h 8808"/>
                <a:gd name="T10" fmla="*/ 2246 w 4492"/>
                <a:gd name="T11" fmla="*/ 8808 h 8808"/>
                <a:gd name="T12" fmla="*/ 579 w 4492"/>
                <a:gd name="T13" fmla="*/ 8610 h 88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92" h="8808">
                  <a:moveTo>
                    <a:pt x="579" y="8610"/>
                  </a:moveTo>
                  <a:cubicBezTo>
                    <a:pt x="209" y="7686"/>
                    <a:pt x="0" y="6641"/>
                    <a:pt x="0" y="5535"/>
                  </a:cubicBezTo>
                  <a:cubicBezTo>
                    <a:pt x="0" y="3255"/>
                    <a:pt x="886" y="1237"/>
                    <a:pt x="2246" y="0"/>
                  </a:cubicBezTo>
                  <a:cubicBezTo>
                    <a:pt x="3606" y="1237"/>
                    <a:pt x="4492" y="3255"/>
                    <a:pt x="4492" y="5535"/>
                  </a:cubicBezTo>
                  <a:cubicBezTo>
                    <a:pt x="4492" y="6641"/>
                    <a:pt x="4283" y="7686"/>
                    <a:pt x="3913" y="8610"/>
                  </a:cubicBezTo>
                  <a:cubicBezTo>
                    <a:pt x="3378" y="8739"/>
                    <a:pt x="2820" y="8808"/>
                    <a:pt x="2246" y="8808"/>
                  </a:cubicBezTo>
                  <a:cubicBezTo>
                    <a:pt x="1671" y="8808"/>
                    <a:pt x="1113" y="8739"/>
                    <a:pt x="579" y="861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2025"/>
            </a:p>
          </p:txBody>
        </p:sp>
        <p:sp>
          <p:nvSpPr>
            <p:cNvPr id="166" name="Freeform 13"/>
            <p:cNvSpPr>
              <a:spLocks/>
            </p:cNvSpPr>
            <p:nvPr/>
          </p:nvSpPr>
          <p:spPr bwMode="auto">
            <a:xfrm>
              <a:off x="14827136" y="5765693"/>
              <a:ext cx="811213" cy="3176588"/>
            </a:xfrm>
            <a:custGeom>
              <a:avLst/>
              <a:gdLst>
                <a:gd name="T0" fmla="*/ 0 w 2246"/>
                <a:gd name="T1" fmla="*/ 0 h 8808"/>
                <a:gd name="T2" fmla="*/ 2246 w 2246"/>
                <a:gd name="T3" fmla="*/ 5535 h 8808"/>
                <a:gd name="T4" fmla="*/ 1667 w 2246"/>
                <a:gd name="T5" fmla="*/ 8610 h 8808"/>
                <a:gd name="T6" fmla="*/ 0 w 2246"/>
                <a:gd name="T7" fmla="*/ 8808 h 8808"/>
                <a:gd name="T8" fmla="*/ 0 w 2246"/>
                <a:gd name="T9" fmla="*/ 0 h 88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46" h="8808">
                  <a:moveTo>
                    <a:pt x="0" y="0"/>
                  </a:moveTo>
                  <a:cubicBezTo>
                    <a:pt x="1360" y="1237"/>
                    <a:pt x="2246" y="3255"/>
                    <a:pt x="2246" y="5535"/>
                  </a:cubicBezTo>
                  <a:cubicBezTo>
                    <a:pt x="2246" y="6641"/>
                    <a:pt x="2037" y="7686"/>
                    <a:pt x="1667" y="8610"/>
                  </a:cubicBezTo>
                  <a:cubicBezTo>
                    <a:pt x="1132" y="8739"/>
                    <a:pt x="574" y="8808"/>
                    <a:pt x="0" y="88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2025"/>
            </a:p>
          </p:txBody>
        </p:sp>
        <p:sp>
          <p:nvSpPr>
            <p:cNvPr id="167" name="Oval 14"/>
            <p:cNvSpPr>
              <a:spLocks noChangeArrowheads="1"/>
            </p:cNvSpPr>
            <p:nvPr/>
          </p:nvSpPr>
          <p:spPr bwMode="auto">
            <a:xfrm>
              <a:off x="14385811" y="6786456"/>
              <a:ext cx="881063" cy="879475"/>
            </a:xfrm>
            <a:prstGeom prst="ellipse">
              <a:avLst/>
            </a:prstGeom>
            <a:solidFill>
              <a:srgbClr val="FF52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2025"/>
            </a:p>
          </p:txBody>
        </p:sp>
        <p:sp>
          <p:nvSpPr>
            <p:cNvPr id="168" name="Freeform 15"/>
            <p:cNvSpPr>
              <a:spLocks/>
            </p:cNvSpPr>
            <p:nvPr/>
          </p:nvSpPr>
          <p:spPr bwMode="auto">
            <a:xfrm>
              <a:off x="14827136" y="6786456"/>
              <a:ext cx="439738" cy="879475"/>
            </a:xfrm>
            <a:custGeom>
              <a:avLst/>
              <a:gdLst>
                <a:gd name="T0" fmla="*/ 0 w 1220"/>
                <a:gd name="T1" fmla="*/ 0 h 2439"/>
                <a:gd name="T2" fmla="*/ 1220 w 1220"/>
                <a:gd name="T3" fmla="*/ 1219 h 2439"/>
                <a:gd name="T4" fmla="*/ 0 w 1220"/>
                <a:gd name="T5" fmla="*/ 2439 h 2439"/>
                <a:gd name="T6" fmla="*/ 0 w 1220"/>
                <a:gd name="T7" fmla="*/ 0 h 2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" h="2439">
                  <a:moveTo>
                    <a:pt x="0" y="0"/>
                  </a:moveTo>
                  <a:cubicBezTo>
                    <a:pt x="674" y="0"/>
                    <a:pt x="1220" y="546"/>
                    <a:pt x="1220" y="1219"/>
                  </a:cubicBezTo>
                  <a:cubicBezTo>
                    <a:pt x="1220" y="1893"/>
                    <a:pt x="674" y="2439"/>
                    <a:pt x="0" y="243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3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2025"/>
            </a:p>
          </p:txBody>
        </p:sp>
        <p:sp>
          <p:nvSpPr>
            <p:cNvPr id="169" name="Oval 16"/>
            <p:cNvSpPr>
              <a:spLocks noChangeArrowheads="1"/>
            </p:cNvSpPr>
            <p:nvPr/>
          </p:nvSpPr>
          <p:spPr bwMode="auto">
            <a:xfrm>
              <a:off x="14469949" y="6869006"/>
              <a:ext cx="714375" cy="714375"/>
            </a:xfrm>
            <a:prstGeom prst="ellipse">
              <a:avLst/>
            </a:prstGeom>
            <a:solidFill>
              <a:srgbClr val="5CC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2025"/>
            </a:p>
          </p:txBody>
        </p:sp>
        <p:sp>
          <p:nvSpPr>
            <p:cNvPr id="170" name="Freeform 17"/>
            <p:cNvSpPr>
              <a:spLocks/>
            </p:cNvSpPr>
            <p:nvPr/>
          </p:nvSpPr>
          <p:spPr bwMode="auto">
            <a:xfrm>
              <a:off x="14827136" y="6869006"/>
              <a:ext cx="357188" cy="714375"/>
            </a:xfrm>
            <a:custGeom>
              <a:avLst/>
              <a:gdLst>
                <a:gd name="T0" fmla="*/ 0 w 989"/>
                <a:gd name="T1" fmla="*/ 0 h 1978"/>
                <a:gd name="T2" fmla="*/ 989 w 989"/>
                <a:gd name="T3" fmla="*/ 989 h 1978"/>
                <a:gd name="T4" fmla="*/ 0 w 989"/>
                <a:gd name="T5" fmla="*/ 1978 h 1978"/>
                <a:gd name="T6" fmla="*/ 0 w 989"/>
                <a:gd name="T7" fmla="*/ 0 h 1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9" h="1978">
                  <a:moveTo>
                    <a:pt x="0" y="0"/>
                  </a:moveTo>
                  <a:cubicBezTo>
                    <a:pt x="546" y="0"/>
                    <a:pt x="989" y="443"/>
                    <a:pt x="989" y="989"/>
                  </a:cubicBezTo>
                  <a:cubicBezTo>
                    <a:pt x="989" y="1536"/>
                    <a:pt x="546" y="1978"/>
                    <a:pt x="0" y="197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2BA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2025"/>
            </a:p>
          </p:txBody>
        </p:sp>
        <p:sp>
          <p:nvSpPr>
            <p:cNvPr id="171" name="Freeform 18"/>
            <p:cNvSpPr>
              <a:spLocks/>
            </p:cNvSpPr>
            <p:nvPr/>
          </p:nvSpPr>
          <p:spPr bwMode="auto">
            <a:xfrm>
              <a:off x="14819199" y="6954731"/>
              <a:ext cx="279400" cy="314325"/>
            </a:xfrm>
            <a:custGeom>
              <a:avLst/>
              <a:gdLst>
                <a:gd name="T0" fmla="*/ 109 w 773"/>
                <a:gd name="T1" fmla="*/ 247 h 874"/>
                <a:gd name="T2" fmla="*/ 11 w 773"/>
                <a:gd name="T3" fmla="*/ 109 h 874"/>
                <a:gd name="T4" fmla="*/ 150 w 773"/>
                <a:gd name="T5" fmla="*/ 12 h 874"/>
                <a:gd name="T6" fmla="*/ 597 w 773"/>
                <a:gd name="T7" fmla="*/ 270 h 874"/>
                <a:gd name="T8" fmla="*/ 773 w 773"/>
                <a:gd name="T9" fmla="*/ 754 h 874"/>
                <a:gd name="T10" fmla="*/ 654 w 773"/>
                <a:gd name="T11" fmla="*/ 874 h 874"/>
                <a:gd name="T12" fmla="*/ 534 w 773"/>
                <a:gd name="T13" fmla="*/ 754 h 874"/>
                <a:gd name="T14" fmla="*/ 414 w 773"/>
                <a:gd name="T15" fmla="*/ 423 h 874"/>
                <a:gd name="T16" fmla="*/ 109 w 773"/>
                <a:gd name="T17" fmla="*/ 247 h 8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73" h="874">
                  <a:moveTo>
                    <a:pt x="109" y="247"/>
                  </a:moveTo>
                  <a:cubicBezTo>
                    <a:pt x="44" y="236"/>
                    <a:pt x="0" y="174"/>
                    <a:pt x="11" y="109"/>
                  </a:cubicBezTo>
                  <a:cubicBezTo>
                    <a:pt x="23" y="44"/>
                    <a:pt x="85" y="0"/>
                    <a:pt x="150" y="12"/>
                  </a:cubicBezTo>
                  <a:cubicBezTo>
                    <a:pt x="330" y="43"/>
                    <a:pt x="486" y="138"/>
                    <a:pt x="597" y="270"/>
                  </a:cubicBezTo>
                  <a:cubicBezTo>
                    <a:pt x="707" y="402"/>
                    <a:pt x="773" y="572"/>
                    <a:pt x="773" y="754"/>
                  </a:cubicBezTo>
                  <a:cubicBezTo>
                    <a:pt x="773" y="820"/>
                    <a:pt x="720" y="874"/>
                    <a:pt x="654" y="874"/>
                  </a:cubicBezTo>
                  <a:cubicBezTo>
                    <a:pt x="588" y="874"/>
                    <a:pt x="534" y="820"/>
                    <a:pt x="534" y="754"/>
                  </a:cubicBezTo>
                  <a:cubicBezTo>
                    <a:pt x="534" y="629"/>
                    <a:pt x="489" y="513"/>
                    <a:pt x="414" y="423"/>
                  </a:cubicBezTo>
                  <a:cubicBezTo>
                    <a:pt x="338" y="333"/>
                    <a:pt x="232" y="269"/>
                    <a:pt x="109" y="2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2025"/>
            </a:p>
          </p:txBody>
        </p:sp>
        <p:sp>
          <p:nvSpPr>
            <p:cNvPr id="172" name="Freeform 19"/>
            <p:cNvSpPr>
              <a:spLocks/>
            </p:cNvSpPr>
            <p:nvPr/>
          </p:nvSpPr>
          <p:spPr bwMode="auto">
            <a:xfrm>
              <a:off x="14288974" y="8886718"/>
              <a:ext cx="1074738" cy="165100"/>
            </a:xfrm>
            <a:custGeom>
              <a:avLst/>
              <a:gdLst>
                <a:gd name="T0" fmla="*/ 0 w 2976"/>
                <a:gd name="T1" fmla="*/ 0 h 460"/>
                <a:gd name="T2" fmla="*/ 47 w 2976"/>
                <a:gd name="T3" fmla="*/ 290 h 460"/>
                <a:gd name="T4" fmla="*/ 1488 w 2976"/>
                <a:gd name="T5" fmla="*/ 460 h 460"/>
                <a:gd name="T6" fmla="*/ 2929 w 2976"/>
                <a:gd name="T7" fmla="*/ 290 h 460"/>
                <a:gd name="T8" fmla="*/ 2976 w 2976"/>
                <a:gd name="T9" fmla="*/ 0 h 460"/>
                <a:gd name="T10" fmla="*/ 1488 w 2976"/>
                <a:gd name="T11" fmla="*/ 157 h 460"/>
                <a:gd name="T12" fmla="*/ 0 w 2976"/>
                <a:gd name="T13" fmla="*/ 0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76" h="460">
                  <a:moveTo>
                    <a:pt x="0" y="0"/>
                  </a:moveTo>
                  <a:lnTo>
                    <a:pt x="47" y="290"/>
                  </a:lnTo>
                  <a:cubicBezTo>
                    <a:pt x="514" y="401"/>
                    <a:pt x="996" y="460"/>
                    <a:pt x="1488" y="460"/>
                  </a:cubicBezTo>
                  <a:cubicBezTo>
                    <a:pt x="1980" y="460"/>
                    <a:pt x="2462" y="401"/>
                    <a:pt x="2929" y="290"/>
                  </a:cubicBezTo>
                  <a:lnTo>
                    <a:pt x="2976" y="0"/>
                  </a:lnTo>
                  <a:cubicBezTo>
                    <a:pt x="2496" y="102"/>
                    <a:pt x="1998" y="157"/>
                    <a:pt x="1488" y="157"/>
                  </a:cubicBezTo>
                  <a:cubicBezTo>
                    <a:pt x="977" y="157"/>
                    <a:pt x="480" y="102"/>
                    <a:pt x="0" y="0"/>
                  </a:cubicBezTo>
                  <a:close/>
                </a:path>
              </a:pathLst>
            </a:custGeom>
            <a:solidFill>
              <a:srgbClr val="FF52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2025"/>
            </a:p>
          </p:txBody>
        </p:sp>
        <p:sp>
          <p:nvSpPr>
            <p:cNvPr id="173" name="Freeform 20"/>
            <p:cNvSpPr>
              <a:spLocks/>
            </p:cNvSpPr>
            <p:nvPr/>
          </p:nvSpPr>
          <p:spPr bwMode="auto">
            <a:xfrm>
              <a:off x="14344536" y="5765693"/>
              <a:ext cx="482600" cy="679450"/>
            </a:xfrm>
            <a:custGeom>
              <a:avLst/>
              <a:gdLst>
                <a:gd name="T0" fmla="*/ 1336 w 1336"/>
                <a:gd name="T1" fmla="*/ 1884 h 1884"/>
                <a:gd name="T2" fmla="*/ 1336 w 1336"/>
                <a:gd name="T3" fmla="*/ 0 h 1884"/>
                <a:gd name="T4" fmla="*/ 0 w 1336"/>
                <a:gd name="T5" fmla="*/ 1745 h 1884"/>
                <a:gd name="T6" fmla="*/ 1336 w 1336"/>
                <a:gd name="T7" fmla="*/ 1884 h 1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36" h="1884">
                  <a:moveTo>
                    <a:pt x="1336" y="1884"/>
                  </a:moveTo>
                  <a:lnTo>
                    <a:pt x="1336" y="0"/>
                  </a:lnTo>
                  <a:cubicBezTo>
                    <a:pt x="812" y="476"/>
                    <a:pt x="359" y="1068"/>
                    <a:pt x="0" y="1745"/>
                  </a:cubicBezTo>
                  <a:cubicBezTo>
                    <a:pt x="424" y="1835"/>
                    <a:pt x="872" y="1884"/>
                    <a:pt x="1336" y="1884"/>
                  </a:cubicBezTo>
                  <a:close/>
                </a:path>
              </a:pathLst>
            </a:custGeom>
            <a:solidFill>
              <a:srgbClr val="FF52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2025"/>
            </a:p>
          </p:txBody>
        </p:sp>
        <p:sp>
          <p:nvSpPr>
            <p:cNvPr id="174" name="Freeform 21"/>
            <p:cNvSpPr>
              <a:spLocks/>
            </p:cNvSpPr>
            <p:nvPr/>
          </p:nvSpPr>
          <p:spPr bwMode="auto">
            <a:xfrm>
              <a:off x="14827136" y="5765693"/>
              <a:ext cx="482600" cy="679450"/>
            </a:xfrm>
            <a:custGeom>
              <a:avLst/>
              <a:gdLst>
                <a:gd name="T0" fmla="*/ 0 w 1336"/>
                <a:gd name="T1" fmla="*/ 0 h 1884"/>
                <a:gd name="T2" fmla="*/ 0 w 1336"/>
                <a:gd name="T3" fmla="*/ 1884 h 1884"/>
                <a:gd name="T4" fmla="*/ 1336 w 1336"/>
                <a:gd name="T5" fmla="*/ 1745 h 1884"/>
                <a:gd name="T6" fmla="*/ 0 w 1336"/>
                <a:gd name="T7" fmla="*/ 0 h 1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36" h="1884">
                  <a:moveTo>
                    <a:pt x="0" y="0"/>
                  </a:moveTo>
                  <a:lnTo>
                    <a:pt x="0" y="1884"/>
                  </a:lnTo>
                  <a:cubicBezTo>
                    <a:pt x="464" y="1884"/>
                    <a:pt x="912" y="1835"/>
                    <a:pt x="1336" y="1745"/>
                  </a:cubicBezTo>
                  <a:cubicBezTo>
                    <a:pt x="977" y="1068"/>
                    <a:pt x="523" y="476"/>
                    <a:pt x="0" y="0"/>
                  </a:cubicBezTo>
                  <a:close/>
                </a:path>
              </a:pathLst>
            </a:custGeom>
            <a:solidFill>
              <a:srgbClr val="E53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2025"/>
            </a:p>
          </p:txBody>
        </p:sp>
        <p:sp>
          <p:nvSpPr>
            <p:cNvPr id="175" name="Freeform 22"/>
            <p:cNvSpPr>
              <a:spLocks/>
            </p:cNvSpPr>
            <p:nvPr/>
          </p:nvSpPr>
          <p:spPr bwMode="auto">
            <a:xfrm>
              <a:off x="14827136" y="8886718"/>
              <a:ext cx="536575" cy="165100"/>
            </a:xfrm>
            <a:custGeom>
              <a:avLst/>
              <a:gdLst>
                <a:gd name="T0" fmla="*/ 0 w 1488"/>
                <a:gd name="T1" fmla="*/ 157 h 460"/>
                <a:gd name="T2" fmla="*/ 0 w 1488"/>
                <a:gd name="T3" fmla="*/ 460 h 460"/>
                <a:gd name="T4" fmla="*/ 726 w 1488"/>
                <a:gd name="T5" fmla="*/ 417 h 460"/>
                <a:gd name="T6" fmla="*/ 966 w 1488"/>
                <a:gd name="T7" fmla="*/ 384 h 460"/>
                <a:gd name="T8" fmla="*/ 1441 w 1488"/>
                <a:gd name="T9" fmla="*/ 290 h 460"/>
                <a:gd name="T10" fmla="*/ 1488 w 1488"/>
                <a:gd name="T11" fmla="*/ 0 h 460"/>
                <a:gd name="T12" fmla="*/ 0 w 1488"/>
                <a:gd name="T13" fmla="*/ 157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88" h="460">
                  <a:moveTo>
                    <a:pt x="0" y="157"/>
                  </a:moveTo>
                  <a:lnTo>
                    <a:pt x="0" y="460"/>
                  </a:lnTo>
                  <a:cubicBezTo>
                    <a:pt x="245" y="460"/>
                    <a:pt x="487" y="445"/>
                    <a:pt x="726" y="417"/>
                  </a:cubicBezTo>
                  <a:cubicBezTo>
                    <a:pt x="806" y="408"/>
                    <a:pt x="886" y="397"/>
                    <a:pt x="966" y="384"/>
                  </a:cubicBezTo>
                  <a:cubicBezTo>
                    <a:pt x="1126" y="359"/>
                    <a:pt x="1284" y="327"/>
                    <a:pt x="1441" y="290"/>
                  </a:cubicBezTo>
                  <a:lnTo>
                    <a:pt x="1488" y="0"/>
                  </a:lnTo>
                  <a:cubicBezTo>
                    <a:pt x="1008" y="102"/>
                    <a:pt x="510" y="157"/>
                    <a:pt x="0" y="157"/>
                  </a:cubicBezTo>
                  <a:close/>
                </a:path>
              </a:pathLst>
            </a:custGeom>
            <a:solidFill>
              <a:srgbClr val="E53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2025"/>
            </a:p>
          </p:txBody>
        </p:sp>
      </p:grpSp>
      <p:grpSp>
        <p:nvGrpSpPr>
          <p:cNvPr id="176" name="Group 175"/>
          <p:cNvGrpSpPr/>
          <p:nvPr/>
        </p:nvGrpSpPr>
        <p:grpSpPr>
          <a:xfrm>
            <a:off x="1942941" y="6179301"/>
            <a:ext cx="944145" cy="944145"/>
            <a:chOff x="2817885" y="5972392"/>
            <a:chExt cx="1545336" cy="1545336"/>
          </a:xfrm>
        </p:grpSpPr>
        <p:sp>
          <p:nvSpPr>
            <p:cNvPr id="177" name="Oval 176"/>
            <p:cNvSpPr/>
            <p:nvPr/>
          </p:nvSpPr>
          <p:spPr>
            <a:xfrm>
              <a:off x="2817885" y="5972392"/>
              <a:ext cx="1545336" cy="1545336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25"/>
            </a:p>
          </p:txBody>
        </p:sp>
        <p:sp>
          <p:nvSpPr>
            <p:cNvPr id="178" name="Arc 177"/>
            <p:cNvSpPr/>
            <p:nvPr/>
          </p:nvSpPr>
          <p:spPr>
            <a:xfrm>
              <a:off x="2817885" y="5972392"/>
              <a:ext cx="1545336" cy="1545336"/>
            </a:xfrm>
            <a:prstGeom prst="arc">
              <a:avLst>
                <a:gd name="adj1" fmla="val 10753976"/>
                <a:gd name="adj2" fmla="val 16297434"/>
              </a:avLst>
            </a:prstGeom>
            <a:ln w="762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25"/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3089159" y="6461697"/>
              <a:ext cx="1002789" cy="6045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>
                  <a:solidFill>
                    <a:schemeClr val="tx2"/>
                  </a:solidFill>
                </a:rPr>
                <a:t>25%</a:t>
              </a:r>
            </a:p>
          </p:txBody>
        </p:sp>
        <p:sp>
          <p:nvSpPr>
            <p:cNvPr id="180" name="Arc 179"/>
            <p:cNvSpPr/>
            <p:nvPr/>
          </p:nvSpPr>
          <p:spPr>
            <a:xfrm>
              <a:off x="2946177" y="6101512"/>
              <a:ext cx="1285369" cy="1285367"/>
            </a:xfrm>
            <a:prstGeom prst="arc">
              <a:avLst>
                <a:gd name="adj1" fmla="val 10765812"/>
                <a:gd name="adj2" fmla="val 16297434"/>
              </a:avLst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25"/>
            </a:p>
          </p:txBody>
        </p:sp>
      </p:grpSp>
      <p:grpSp>
        <p:nvGrpSpPr>
          <p:cNvPr id="181" name="Group 180"/>
          <p:cNvGrpSpPr/>
          <p:nvPr/>
        </p:nvGrpSpPr>
        <p:grpSpPr>
          <a:xfrm flipV="1">
            <a:off x="4246379" y="5872179"/>
            <a:ext cx="944145" cy="944145"/>
            <a:chOff x="2817885" y="5972392"/>
            <a:chExt cx="1545336" cy="1545336"/>
          </a:xfrm>
        </p:grpSpPr>
        <p:sp>
          <p:nvSpPr>
            <p:cNvPr id="182" name="Oval 181"/>
            <p:cNvSpPr/>
            <p:nvPr/>
          </p:nvSpPr>
          <p:spPr>
            <a:xfrm>
              <a:off x="2817885" y="5972392"/>
              <a:ext cx="1545336" cy="1545336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25"/>
            </a:p>
          </p:txBody>
        </p:sp>
        <p:sp>
          <p:nvSpPr>
            <p:cNvPr id="183" name="Arc 182"/>
            <p:cNvSpPr/>
            <p:nvPr/>
          </p:nvSpPr>
          <p:spPr>
            <a:xfrm>
              <a:off x="2817885" y="5972392"/>
              <a:ext cx="1545336" cy="1545336"/>
            </a:xfrm>
            <a:prstGeom prst="arc">
              <a:avLst>
                <a:gd name="adj1" fmla="val 5343166"/>
                <a:gd name="adj2" fmla="val 16297434"/>
              </a:avLst>
            </a:prstGeom>
            <a:ln w="762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25"/>
            </a:p>
          </p:txBody>
        </p:sp>
        <p:sp>
          <p:nvSpPr>
            <p:cNvPr id="184" name="TextBox 183"/>
            <p:cNvSpPr txBox="1"/>
            <p:nvPr/>
          </p:nvSpPr>
          <p:spPr>
            <a:xfrm flipV="1">
              <a:off x="3089159" y="6423916"/>
              <a:ext cx="1002789" cy="6045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>
                  <a:solidFill>
                    <a:schemeClr val="tx2"/>
                  </a:solidFill>
                </a:rPr>
                <a:t>50%</a:t>
              </a:r>
            </a:p>
          </p:txBody>
        </p:sp>
        <p:sp>
          <p:nvSpPr>
            <p:cNvPr id="185" name="Arc 184"/>
            <p:cNvSpPr/>
            <p:nvPr/>
          </p:nvSpPr>
          <p:spPr>
            <a:xfrm>
              <a:off x="2946177" y="6101512"/>
              <a:ext cx="1285369" cy="1285367"/>
            </a:xfrm>
            <a:prstGeom prst="arc">
              <a:avLst>
                <a:gd name="adj1" fmla="val 5397469"/>
                <a:gd name="adj2" fmla="val 16297434"/>
              </a:avLst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25"/>
            </a:p>
          </p:txBody>
        </p:sp>
      </p:grpSp>
      <p:grpSp>
        <p:nvGrpSpPr>
          <p:cNvPr id="186" name="Group 185"/>
          <p:cNvGrpSpPr/>
          <p:nvPr/>
        </p:nvGrpSpPr>
        <p:grpSpPr>
          <a:xfrm flipV="1">
            <a:off x="6668612" y="5793291"/>
            <a:ext cx="944145" cy="944145"/>
            <a:chOff x="2817885" y="5972392"/>
            <a:chExt cx="1545336" cy="1545336"/>
          </a:xfrm>
        </p:grpSpPr>
        <p:sp>
          <p:nvSpPr>
            <p:cNvPr id="187" name="Oval 186"/>
            <p:cNvSpPr/>
            <p:nvPr/>
          </p:nvSpPr>
          <p:spPr>
            <a:xfrm>
              <a:off x="2817885" y="5972392"/>
              <a:ext cx="1545336" cy="1545336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25"/>
            </a:p>
          </p:txBody>
        </p:sp>
        <p:sp>
          <p:nvSpPr>
            <p:cNvPr id="188" name="Arc 187"/>
            <p:cNvSpPr/>
            <p:nvPr/>
          </p:nvSpPr>
          <p:spPr>
            <a:xfrm rot="5400000">
              <a:off x="2817885" y="5972392"/>
              <a:ext cx="1545336" cy="1545336"/>
            </a:xfrm>
            <a:prstGeom prst="arc">
              <a:avLst>
                <a:gd name="adj1" fmla="val 3114"/>
                <a:gd name="adj2" fmla="val 16297434"/>
              </a:avLst>
            </a:prstGeom>
            <a:ln w="762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25"/>
            </a:p>
          </p:txBody>
        </p:sp>
        <p:sp>
          <p:nvSpPr>
            <p:cNvPr id="189" name="TextBox 188"/>
            <p:cNvSpPr txBox="1"/>
            <p:nvPr/>
          </p:nvSpPr>
          <p:spPr>
            <a:xfrm flipV="1">
              <a:off x="3089159" y="6423916"/>
              <a:ext cx="1002789" cy="6045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>
                  <a:solidFill>
                    <a:schemeClr val="tx2"/>
                  </a:solidFill>
                </a:rPr>
                <a:t>75%</a:t>
              </a:r>
            </a:p>
          </p:txBody>
        </p:sp>
        <p:sp>
          <p:nvSpPr>
            <p:cNvPr id="190" name="Arc 189"/>
            <p:cNvSpPr/>
            <p:nvPr/>
          </p:nvSpPr>
          <p:spPr>
            <a:xfrm rot="5400000">
              <a:off x="2946177" y="6101512"/>
              <a:ext cx="1285369" cy="1285367"/>
            </a:xfrm>
            <a:prstGeom prst="arc">
              <a:avLst>
                <a:gd name="adj1" fmla="val 15075"/>
                <a:gd name="adj2" fmla="val 16297434"/>
              </a:avLst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25"/>
            </a:p>
          </p:txBody>
        </p:sp>
      </p:grpSp>
      <p:grpSp>
        <p:nvGrpSpPr>
          <p:cNvPr id="191" name="Group 190"/>
          <p:cNvGrpSpPr/>
          <p:nvPr/>
        </p:nvGrpSpPr>
        <p:grpSpPr>
          <a:xfrm>
            <a:off x="8796137" y="5581613"/>
            <a:ext cx="944145" cy="944145"/>
            <a:chOff x="2817885" y="5972392"/>
            <a:chExt cx="1545336" cy="1545336"/>
          </a:xfrm>
        </p:grpSpPr>
        <p:sp>
          <p:nvSpPr>
            <p:cNvPr id="192" name="Oval 191"/>
            <p:cNvSpPr/>
            <p:nvPr/>
          </p:nvSpPr>
          <p:spPr>
            <a:xfrm>
              <a:off x="2817885" y="5972392"/>
              <a:ext cx="1545336" cy="1545336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25"/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2982898" y="6461697"/>
              <a:ext cx="1215310" cy="6045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>
                  <a:solidFill>
                    <a:schemeClr val="tx2"/>
                  </a:solidFill>
                </a:rPr>
                <a:t>100%</a:t>
              </a:r>
            </a:p>
          </p:txBody>
        </p:sp>
        <p:sp>
          <p:nvSpPr>
            <p:cNvPr id="194" name="Oval 193"/>
            <p:cNvSpPr/>
            <p:nvPr/>
          </p:nvSpPr>
          <p:spPr>
            <a:xfrm>
              <a:off x="2946177" y="6101512"/>
              <a:ext cx="1285369" cy="1285367"/>
            </a:xfrm>
            <a:prstGeom prst="ellips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25"/>
            </a:p>
          </p:txBody>
        </p:sp>
      </p:grp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8A03E3E-67EC-4A30-8439-F01AFA06F9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CH"/>
              <a:t>13.05.2020</a:t>
            </a:r>
          </a:p>
        </p:txBody>
      </p:sp>
    </p:spTree>
    <p:extLst>
      <p:ext uri="{BB962C8B-B14F-4D97-AF65-F5344CB8AC3E}">
        <p14:creationId xmlns:p14="http://schemas.microsoft.com/office/powerpoint/2010/main" val="247422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5185E-6 -0.00031 L 0.91435 -0.3956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718" y="-197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8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85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90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animBg="1"/>
      <p:bldP spid="149" grpId="0"/>
      <p:bldP spid="150" grpId="0"/>
      <p:bldP spid="151" grpId="0"/>
      <p:bldP spid="152" grpId="0"/>
      <p:bldP spid="153" grpId="0"/>
      <p:bldP spid="154" grpId="0"/>
      <p:bldP spid="155" grpId="0"/>
      <p:bldP spid="1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A86B93-FA88-4751-AC06-E738F41E46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/>
              <a:t>Risiken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954F97-5423-4EB3-AC04-7514F1655A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CH"/>
              <a:t>Visual Board GmbH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3753D6-F421-4F18-89C4-C81C6085D5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CH"/>
              <a:t>13.05.2020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2872B1F8-D9DD-4294-885F-A58687F114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11" name="Rechteck 16">
            <a:extLst>
              <a:ext uri="{FF2B5EF4-FFF2-40B4-BE49-F238E27FC236}">
                <a16:creationId xmlns:a16="http://schemas.microsoft.com/office/drawing/2014/main" id="{85E4F608-7355-4EA8-8185-EDEBAB7B5F9F}"/>
              </a:ext>
            </a:extLst>
          </p:cNvPr>
          <p:cNvSpPr/>
          <p:nvPr/>
        </p:nvSpPr>
        <p:spPr>
          <a:xfrm>
            <a:off x="9472600" y="1832878"/>
            <a:ext cx="3690516" cy="71711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000" b="1"/>
              <a:t>R1</a:t>
            </a:r>
          </a:p>
          <a:p>
            <a:r>
              <a:rPr lang="de-DE" sz="2000"/>
              <a:t>Kosteneinschätzungen</a:t>
            </a:r>
          </a:p>
          <a:p>
            <a:r>
              <a:rPr lang="de-DE" sz="2000"/>
              <a:t>überschritten</a:t>
            </a:r>
          </a:p>
          <a:p>
            <a:endParaRPr lang="de-DE" sz="2000" b="1"/>
          </a:p>
          <a:p>
            <a:r>
              <a:rPr lang="de-DE" sz="2000" b="1"/>
              <a:t>R2</a:t>
            </a:r>
          </a:p>
          <a:p>
            <a:r>
              <a:rPr lang="de-DE" sz="2000"/>
              <a:t>Mitarbeiterausfall</a:t>
            </a:r>
          </a:p>
          <a:p>
            <a:endParaRPr lang="de-DE" sz="2000" b="1"/>
          </a:p>
          <a:p>
            <a:r>
              <a:rPr lang="de-DE" sz="2000" b="1"/>
              <a:t>R3 </a:t>
            </a:r>
          </a:p>
          <a:p>
            <a:r>
              <a:rPr lang="de-DE" sz="2000"/>
              <a:t>Hardware-Komponente funktionieren nicht mehr</a:t>
            </a:r>
          </a:p>
          <a:p>
            <a:endParaRPr lang="de-DE" sz="2000" b="1"/>
          </a:p>
          <a:p>
            <a:r>
              <a:rPr lang="de-DE" sz="2000" b="1"/>
              <a:t>R4 </a:t>
            </a:r>
          </a:p>
          <a:p>
            <a:r>
              <a:rPr lang="de-DE" sz="2000"/>
              <a:t>Projektplan zu sportlich geschätzt</a:t>
            </a:r>
          </a:p>
          <a:p>
            <a:endParaRPr lang="de-DE" sz="2000" b="1"/>
          </a:p>
          <a:p>
            <a:r>
              <a:rPr lang="de-DE" sz="2000" b="1"/>
              <a:t>R5 </a:t>
            </a:r>
            <a:r>
              <a:rPr lang="de-DE" sz="2000"/>
              <a:t>Naturkatastrophen</a:t>
            </a:r>
          </a:p>
          <a:p>
            <a:endParaRPr lang="de-DE" sz="2000" b="1"/>
          </a:p>
          <a:p>
            <a:r>
              <a:rPr lang="de-DE" sz="2000" b="1"/>
              <a:t>R6 </a:t>
            </a:r>
          </a:p>
          <a:p>
            <a:r>
              <a:rPr lang="de-DE" sz="2000"/>
              <a:t>Fortschrittverlust durch falsche Anwendung von Hilfsmitteln</a:t>
            </a:r>
            <a:endParaRPr lang="de-CH" sz="2000"/>
          </a:p>
          <a:p>
            <a:endParaRPr lang="de-CH" sz="2000"/>
          </a:p>
          <a:p>
            <a:r>
              <a:rPr lang="de-CH" sz="2000" b="1"/>
              <a:t>R7</a:t>
            </a:r>
            <a:r>
              <a:rPr lang="de-CH" sz="2000"/>
              <a:t> </a:t>
            </a:r>
          </a:p>
          <a:p>
            <a:r>
              <a:rPr lang="de-CH" sz="2000"/>
              <a:t>COVID-19</a:t>
            </a:r>
            <a:endParaRPr lang="de-DE" sz="2000" b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39CF34-BB83-4BD3-961E-41D99CCE3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1978822"/>
            <a:ext cx="7504696" cy="687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911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D5B4E-FBC9-42A6-B733-ACEEB2C112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Massnahmen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1E47E-8F72-410E-93B1-071AC5B38A3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CH" dirty="0"/>
              <a:t>Visual Board GmbH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B52D3F-757D-4C56-9080-F2E1B5B004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CH" dirty="0"/>
              <a:t>13.05.2020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DB66C04-3EC8-4A22-94AD-2B648F4E6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608" y="2057400"/>
            <a:ext cx="10976783" cy="730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333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/>
              <a:t>Kommunikationsplan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de-CH" dirty="0"/>
              <a:t>Visual Board GmbH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CH" dirty="0"/>
              <a:t>13.05.2020</a:t>
            </a:r>
          </a:p>
        </p:txBody>
      </p:sp>
      <p:sp>
        <p:nvSpPr>
          <p:cNvPr id="46" name="TextBox 45"/>
          <p:cNvSpPr txBox="1"/>
          <p:nvPr/>
        </p:nvSpPr>
        <p:spPr>
          <a:xfrm flipH="1">
            <a:off x="8879273" y="3618356"/>
            <a:ext cx="250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800" b="1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Entwurf Pflichtenheft</a:t>
            </a:r>
            <a:endParaRPr lang="id-ID" sz="1800" b="1">
              <a:solidFill>
                <a:schemeClr val="accent5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389639" y="4396736"/>
            <a:ext cx="5326361" cy="424319"/>
            <a:chOff x="11186186" y="4147815"/>
            <a:chExt cx="7101814" cy="565758"/>
          </a:xfrm>
        </p:grpSpPr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 flipH="1">
              <a:off x="11698135" y="4390206"/>
              <a:ext cx="6589865" cy="914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77153" tIns="38576" rIns="77153" bIns="38576" numCol="1" anchor="t" anchorCtr="0" compatLnSpc="1">
              <a:prstTxWarp prst="textNoShape">
                <a:avLst/>
              </a:prstTxWarp>
            </a:bodyPr>
            <a:lstStyle/>
            <a:p>
              <a:endParaRPr lang="id-ID" sz="1519">
                <a:solidFill>
                  <a:schemeClr val="accent5"/>
                </a:solidFill>
              </a:endParaRPr>
            </a:p>
          </p:txBody>
        </p:sp>
        <p:sp>
          <p:nvSpPr>
            <p:cNvPr id="59" name="Oval 58"/>
            <p:cNvSpPr/>
            <p:nvPr/>
          </p:nvSpPr>
          <p:spPr>
            <a:xfrm>
              <a:off x="11186186" y="4147815"/>
              <a:ext cx="565758" cy="565758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b="1">
                  <a:solidFill>
                    <a:schemeClr val="accent5"/>
                  </a:solidFill>
                </a:rPr>
                <a:t>1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053911" y="4857959"/>
            <a:ext cx="8662090" cy="424319"/>
            <a:chOff x="6738547" y="4762779"/>
            <a:chExt cx="11549453" cy="565758"/>
          </a:xfrm>
        </p:grpSpPr>
        <p:sp>
          <p:nvSpPr>
            <p:cNvPr id="41" name="Rectangle 45"/>
            <p:cNvSpPr>
              <a:spLocks noChangeArrowheads="1"/>
            </p:cNvSpPr>
            <p:nvPr/>
          </p:nvSpPr>
          <p:spPr bwMode="auto">
            <a:xfrm flipH="1">
              <a:off x="7315200" y="5000943"/>
              <a:ext cx="10972800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77153" tIns="38576" rIns="77153" bIns="38576" numCol="1" anchor="t" anchorCtr="0" compatLnSpc="1">
              <a:prstTxWarp prst="textNoShape">
                <a:avLst/>
              </a:prstTxWarp>
            </a:bodyPr>
            <a:lstStyle/>
            <a:p>
              <a:endParaRPr lang="id-ID" sz="1519"/>
            </a:p>
          </p:txBody>
        </p:sp>
        <p:sp>
          <p:nvSpPr>
            <p:cNvPr id="71" name="Oval 70"/>
            <p:cNvSpPr/>
            <p:nvPr/>
          </p:nvSpPr>
          <p:spPr>
            <a:xfrm>
              <a:off x="6738547" y="4762779"/>
              <a:ext cx="565758" cy="565758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b="1">
                  <a:solidFill>
                    <a:schemeClr val="accent4"/>
                  </a:solidFill>
                </a:rPr>
                <a:t>2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633081" y="5315258"/>
            <a:ext cx="12082919" cy="424319"/>
            <a:chOff x="2177441" y="5372511"/>
            <a:chExt cx="16110558" cy="565758"/>
          </a:xfrm>
        </p:grpSpPr>
        <p:sp>
          <p:nvSpPr>
            <p:cNvPr id="42" name="Rectangle 48"/>
            <p:cNvSpPr>
              <a:spLocks noChangeArrowheads="1"/>
            </p:cNvSpPr>
            <p:nvPr/>
          </p:nvSpPr>
          <p:spPr bwMode="auto">
            <a:xfrm flipH="1">
              <a:off x="2743199" y="5609670"/>
              <a:ext cx="15544800" cy="914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77153" tIns="38576" rIns="77153" bIns="38576" numCol="1" anchor="t" anchorCtr="0" compatLnSpc="1">
              <a:prstTxWarp prst="textNoShape">
                <a:avLst/>
              </a:prstTxWarp>
            </a:bodyPr>
            <a:lstStyle/>
            <a:p>
              <a:endParaRPr lang="id-ID" sz="1519"/>
            </a:p>
          </p:txBody>
        </p:sp>
        <p:sp>
          <p:nvSpPr>
            <p:cNvPr id="73" name="Oval 72"/>
            <p:cNvSpPr/>
            <p:nvPr/>
          </p:nvSpPr>
          <p:spPr>
            <a:xfrm>
              <a:off x="2177441" y="5372511"/>
              <a:ext cx="565758" cy="565758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b="1">
                  <a:solidFill>
                    <a:schemeClr val="accent3"/>
                  </a:solidFill>
                </a:rPr>
                <a:t>3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053910" y="5772501"/>
            <a:ext cx="8662091" cy="424319"/>
            <a:chOff x="6738547" y="5982168"/>
            <a:chExt cx="11549454" cy="565758"/>
          </a:xfrm>
        </p:grpSpPr>
        <p:sp>
          <p:nvSpPr>
            <p:cNvPr id="43" name="Freeform 52"/>
            <p:cNvSpPr>
              <a:spLocks/>
            </p:cNvSpPr>
            <p:nvPr/>
          </p:nvSpPr>
          <p:spPr bwMode="auto">
            <a:xfrm flipH="1">
              <a:off x="7315201" y="6217283"/>
              <a:ext cx="10972800" cy="91440"/>
            </a:xfrm>
            <a:custGeom>
              <a:avLst/>
              <a:gdLst>
                <a:gd name="T0" fmla="*/ 0 w 501"/>
                <a:gd name="T1" fmla="*/ 2 h 17"/>
                <a:gd name="T2" fmla="*/ 0 w 501"/>
                <a:gd name="T3" fmla="*/ 17 h 17"/>
                <a:gd name="T4" fmla="*/ 501 w 501"/>
                <a:gd name="T5" fmla="*/ 17 h 17"/>
                <a:gd name="T6" fmla="*/ 501 w 501"/>
                <a:gd name="T7" fmla="*/ 1 h 17"/>
                <a:gd name="T8" fmla="*/ 0 w 501"/>
                <a:gd name="T9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1" h="17">
                  <a:moveTo>
                    <a:pt x="0" y="2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4" y="17"/>
                    <a:pt x="447" y="15"/>
                    <a:pt x="501" y="17"/>
                  </a:cubicBezTo>
                  <a:cubicBezTo>
                    <a:pt x="501" y="1"/>
                    <a:pt x="501" y="1"/>
                    <a:pt x="501" y="1"/>
                  </a:cubicBezTo>
                  <a:cubicBezTo>
                    <a:pt x="443" y="0"/>
                    <a:pt x="18" y="2"/>
                    <a:pt x="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77153" tIns="38576" rIns="77153" bIns="38576" numCol="1" anchor="t" anchorCtr="0" compatLnSpc="1">
              <a:prstTxWarp prst="textNoShape">
                <a:avLst/>
              </a:prstTxWarp>
            </a:bodyPr>
            <a:lstStyle/>
            <a:p>
              <a:endParaRPr lang="id-ID" sz="1519"/>
            </a:p>
          </p:txBody>
        </p:sp>
        <p:sp>
          <p:nvSpPr>
            <p:cNvPr id="74" name="Oval 73"/>
            <p:cNvSpPr/>
            <p:nvPr/>
          </p:nvSpPr>
          <p:spPr>
            <a:xfrm>
              <a:off x="6738547" y="5982168"/>
              <a:ext cx="565758" cy="565758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b="1">
                  <a:solidFill>
                    <a:schemeClr val="accent2"/>
                  </a:solidFill>
                </a:rPr>
                <a:t>4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8389640" y="6233546"/>
            <a:ext cx="5326360" cy="424319"/>
            <a:chOff x="11186186" y="6596895"/>
            <a:chExt cx="7101813" cy="565758"/>
          </a:xfrm>
        </p:grpSpPr>
        <p:sp>
          <p:nvSpPr>
            <p:cNvPr id="45" name="Rectangle 55"/>
            <p:cNvSpPr>
              <a:spLocks noChangeArrowheads="1"/>
            </p:cNvSpPr>
            <p:nvPr/>
          </p:nvSpPr>
          <p:spPr bwMode="auto">
            <a:xfrm flipH="1">
              <a:off x="11697308" y="6834054"/>
              <a:ext cx="6590691" cy="91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77153" tIns="38576" rIns="77153" bIns="38576" numCol="1" anchor="t" anchorCtr="0" compatLnSpc="1">
              <a:prstTxWarp prst="textNoShape">
                <a:avLst/>
              </a:prstTxWarp>
            </a:bodyPr>
            <a:lstStyle/>
            <a:p>
              <a:endParaRPr lang="id-ID" sz="1519"/>
            </a:p>
          </p:txBody>
        </p:sp>
        <p:sp>
          <p:nvSpPr>
            <p:cNvPr id="84" name="Oval 83"/>
            <p:cNvSpPr/>
            <p:nvPr/>
          </p:nvSpPr>
          <p:spPr>
            <a:xfrm>
              <a:off x="11186186" y="6596895"/>
              <a:ext cx="565758" cy="565758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b="1">
                  <a:solidFill>
                    <a:schemeClr val="accent1"/>
                  </a:solidFill>
                </a:rPr>
                <a:t>5</a:t>
              </a:r>
            </a:p>
          </p:txBody>
        </p:sp>
      </p:grpSp>
      <p:sp>
        <p:nvSpPr>
          <p:cNvPr id="94" name="TextBox 93"/>
          <p:cNvSpPr txBox="1"/>
          <p:nvPr/>
        </p:nvSpPr>
        <p:spPr>
          <a:xfrm flipH="1">
            <a:off x="5551715" y="4079506"/>
            <a:ext cx="2813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800" b="1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Definitives Pflichtenheft</a:t>
            </a:r>
            <a:endParaRPr lang="id-ID" sz="1800" b="1">
              <a:solidFill>
                <a:schemeClr val="accent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 flipH="1">
            <a:off x="5551713" y="4365173"/>
            <a:ext cx="2637814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26.06.2020</a:t>
            </a:r>
            <a:endParaRPr lang="en-US" sz="1600" dirty="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  <a:cs typeface="Calibri"/>
            </a:endParaRPr>
          </a:p>
        </p:txBody>
      </p:sp>
      <p:sp>
        <p:nvSpPr>
          <p:cNvPr id="96" name="TextBox 95"/>
          <p:cNvSpPr txBox="1"/>
          <p:nvPr/>
        </p:nvSpPr>
        <p:spPr>
          <a:xfrm flipH="1">
            <a:off x="2214273" y="4491298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800" b="1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Projektfortschrittsberichte</a:t>
            </a:r>
            <a:endParaRPr lang="id-ID" sz="1800" b="1">
              <a:solidFill>
                <a:schemeClr val="accent3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 flipH="1">
            <a:off x="2214271" y="4776964"/>
            <a:ext cx="2637814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CH" sz="1600" dirty="0">
                <a:solidFill>
                  <a:schemeClr val="tx2"/>
                </a:solidFill>
              </a:rPr>
              <a:t>Primär in schriftlicher Form</a:t>
            </a:r>
            <a:br>
              <a:rPr lang="de-CH" sz="1600" dirty="0">
                <a:solidFill>
                  <a:schemeClr val="tx2"/>
                </a:solidFill>
              </a:rPr>
            </a:br>
            <a:r>
              <a:rPr lang="de-CH" sz="1600" dirty="0">
                <a:solidFill>
                  <a:schemeClr val="tx2"/>
                </a:solidFill>
              </a:rPr>
              <a:t>via Microsoft Teams</a:t>
            </a:r>
            <a:endParaRPr lang="de-CH" sz="1600" dirty="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  <a:cs typeface="Calibri"/>
            </a:endParaRPr>
          </a:p>
        </p:txBody>
      </p:sp>
      <p:sp>
        <p:nvSpPr>
          <p:cNvPr id="98" name="TextBox 97"/>
          <p:cNvSpPr txBox="1"/>
          <p:nvPr/>
        </p:nvSpPr>
        <p:spPr>
          <a:xfrm flipH="1">
            <a:off x="8879273" y="6581507"/>
            <a:ext cx="3813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800" b="1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Abschlussbericht &amp; Präsentation</a:t>
            </a:r>
            <a:endParaRPr lang="id-ID" sz="1800" b="1">
              <a:solidFill>
                <a:schemeClr val="accent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 flipH="1">
            <a:off x="8879271" y="6867174"/>
            <a:ext cx="2637814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chemeClr val="tx2"/>
                </a:solidFill>
              </a:rPr>
              <a:t>26.08.2020</a:t>
            </a:r>
          </a:p>
        </p:txBody>
      </p:sp>
      <p:sp>
        <p:nvSpPr>
          <p:cNvPr id="100" name="TextBox 99"/>
          <p:cNvSpPr txBox="1"/>
          <p:nvPr/>
        </p:nvSpPr>
        <p:spPr>
          <a:xfrm flipH="1">
            <a:off x="5551715" y="6114532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800" b="1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Offene Fragen</a:t>
            </a:r>
            <a:endParaRPr lang="id-ID" sz="1800" b="1">
              <a:solidFill>
                <a:schemeClr val="accent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 flipH="1">
            <a:off x="5551713" y="6400199"/>
            <a:ext cx="2637814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CH" sz="1600" dirty="0">
                <a:solidFill>
                  <a:schemeClr val="tx2"/>
                </a:solidFill>
              </a:rPr>
              <a:t>Primär in schriftlicher Form</a:t>
            </a:r>
            <a:br>
              <a:rPr lang="de-CH" sz="1600" dirty="0">
                <a:solidFill>
                  <a:schemeClr val="tx2"/>
                </a:solidFill>
              </a:rPr>
            </a:br>
            <a:r>
              <a:rPr lang="de-CH" sz="1600" dirty="0">
                <a:solidFill>
                  <a:schemeClr val="tx2"/>
                </a:solidFill>
              </a:rPr>
              <a:t>via Microsoft Teams</a:t>
            </a:r>
            <a:endParaRPr lang="de-CH" sz="1600" dirty="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8238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500"/>
                            </p:stCondLst>
                            <p:childTnLst>
                              <p:par>
                                <p:cTn id="40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500"/>
                            </p:stCondLst>
                            <p:childTnLst>
                              <p:par>
                                <p:cTn id="53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8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9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954F97-5423-4EB3-AC04-7514F1655A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CH"/>
              <a:t>Visual Board GmbH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3753D6-F421-4F18-89C4-C81C6085D5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CH"/>
              <a:t>13.05.2020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B8575DD-045C-4A80-B5F2-46FFCED50B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217"/>
          <a:stretch/>
        </p:blipFill>
        <p:spPr>
          <a:xfrm>
            <a:off x="-280739" y="57150"/>
            <a:ext cx="14258429" cy="94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85272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riginal">
      <a:dk1>
        <a:srgbClr val="000000"/>
      </a:dk1>
      <a:lt1>
        <a:srgbClr val="FFFFFF"/>
      </a:lt1>
      <a:dk2>
        <a:srgbClr val="282828"/>
      </a:dk2>
      <a:lt2>
        <a:srgbClr val="E7E6E6"/>
      </a:lt2>
      <a:accent1>
        <a:srgbClr val="1785A7"/>
      </a:accent1>
      <a:accent2>
        <a:srgbClr val="65B1C3"/>
      </a:accent2>
      <a:accent3>
        <a:srgbClr val="7CCBEC"/>
      </a:accent3>
      <a:accent4>
        <a:srgbClr val="8C8CD2"/>
      </a:accent4>
      <a:accent5>
        <a:srgbClr val="F47264"/>
      </a:accent5>
      <a:accent6>
        <a:srgbClr val="FF9933"/>
      </a:accent6>
      <a:hlink>
        <a:srgbClr val="0070C0"/>
      </a:hlink>
      <a:folHlink>
        <a:srgbClr val="0070C0"/>
      </a:folHlink>
    </a:clrScheme>
    <a:fontScheme name="Prime">
      <a:majorFont>
        <a:latin typeface="Montserrat Light"/>
        <a:ea typeface=""/>
        <a:cs typeface=""/>
      </a:majorFont>
      <a:minorFont>
        <a:latin typeface="Robo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340</Words>
  <Application>Microsoft Office PowerPoint</Application>
  <PresentationFormat>Benutzerdefiniert</PresentationFormat>
  <Paragraphs>129</Paragraphs>
  <Slides>11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Arial</vt:lpstr>
      <vt:lpstr>Calibri</vt:lpstr>
      <vt:lpstr>Montserrat Light</vt:lpstr>
      <vt:lpstr>Roboto</vt:lpstr>
      <vt:lpstr>2_Office Theme</vt:lpstr>
      <vt:lpstr>PowerPoint-Präsentation</vt:lpstr>
      <vt:lpstr>Traktanden</vt:lpstr>
      <vt:lpstr>PowerPoint-Präsentation</vt:lpstr>
      <vt:lpstr>PowerPoint-Präsentation</vt:lpstr>
      <vt:lpstr>Organisation</vt:lpstr>
      <vt:lpstr>Ist &amp; Soll-Situation</vt:lpstr>
      <vt:lpstr>Projektplan &amp; Meilensteine</vt:lpstr>
      <vt:lpstr>Risiken</vt:lpstr>
      <vt:lpstr>Massnahmen</vt:lpstr>
      <vt:lpstr>Kommunikationsplan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sesar</dc:creator>
  <cp:lastModifiedBy>Oliver Egloff</cp:lastModifiedBy>
  <cp:revision>1</cp:revision>
  <dcterms:created xsi:type="dcterms:W3CDTF">2015-02-17T17:28:18Z</dcterms:created>
  <dcterms:modified xsi:type="dcterms:W3CDTF">2020-05-15T17:16:40Z</dcterms:modified>
</cp:coreProperties>
</file>